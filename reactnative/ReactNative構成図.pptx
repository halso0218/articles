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43F4E0-7E70-4E22-A5E2-4B1647121BCF}" v="441" dt="2026-02-13T05:59: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58" autoAdjust="0"/>
    <p:restoredTop sz="94660"/>
  </p:normalViewPr>
  <p:slideViewPr>
    <p:cSldViewPr snapToGrid="0">
      <p:cViewPr>
        <p:scale>
          <a:sx n="100" d="100"/>
          <a:sy n="100" d="100"/>
        </p:scale>
        <p:origin x="474" y="-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泰裕 中野" userId="42a347c8c87c92a9" providerId="LiveId" clId="{E0EE74F8-9030-4622-930D-990511B9FA5F}"/>
    <pc:docChg chg="undo custSel addSld modSld">
      <pc:chgData name="泰裕 中野" userId="42a347c8c87c92a9" providerId="LiveId" clId="{E0EE74F8-9030-4622-930D-990511B9FA5F}" dt="2026-02-13T05:59:39" v="5647"/>
      <pc:docMkLst>
        <pc:docMk/>
      </pc:docMkLst>
      <pc:sldChg chg="addSp delSp modSp mod">
        <pc:chgData name="泰裕 中野" userId="42a347c8c87c92a9" providerId="LiveId" clId="{E0EE74F8-9030-4622-930D-990511B9FA5F}" dt="2026-02-13T05:38:40.024" v="5400" actId="20577"/>
        <pc:sldMkLst>
          <pc:docMk/>
          <pc:sldMk cId="4213315465" sldId="256"/>
        </pc:sldMkLst>
        <pc:spChg chg="add mod">
          <ac:chgData name="泰裕 中野" userId="42a347c8c87c92a9" providerId="LiveId" clId="{E0EE74F8-9030-4622-930D-990511B9FA5F}" dt="2026-02-12T06:52:42.424" v="1159" actId="403"/>
          <ac:spMkLst>
            <pc:docMk/>
            <pc:sldMk cId="4213315465" sldId="256"/>
            <ac:spMk id="3" creationId="{53AF7043-8A69-37BB-A7B0-115868A39BF8}"/>
          </ac:spMkLst>
        </pc:spChg>
        <pc:spChg chg="mod">
          <ac:chgData name="泰裕 中野" userId="42a347c8c87c92a9" providerId="LiveId" clId="{E0EE74F8-9030-4622-930D-990511B9FA5F}" dt="2026-02-12T23:59:59.456" v="3675"/>
          <ac:spMkLst>
            <pc:docMk/>
            <pc:sldMk cId="4213315465" sldId="256"/>
            <ac:spMk id="4" creationId="{063CF737-1705-0AB5-F8F5-78379F9A43F1}"/>
          </ac:spMkLst>
        </pc:spChg>
        <pc:spChg chg="mod">
          <ac:chgData name="泰裕 中野" userId="42a347c8c87c92a9" providerId="LiveId" clId="{E0EE74F8-9030-4622-930D-990511B9FA5F}" dt="2026-02-12T23:59:24.610" v="3633" actId="404"/>
          <ac:spMkLst>
            <pc:docMk/>
            <pc:sldMk cId="4213315465" sldId="256"/>
            <ac:spMk id="5" creationId="{C6A8AD26-9223-F568-D6E4-8370E607674C}"/>
          </ac:spMkLst>
        </pc:spChg>
        <pc:spChg chg="del">
          <ac:chgData name="泰裕 中野" userId="42a347c8c87c92a9" providerId="LiveId" clId="{E0EE74F8-9030-4622-930D-990511B9FA5F}" dt="2026-02-12T06:56:41.417" v="1199" actId="478"/>
          <ac:spMkLst>
            <pc:docMk/>
            <pc:sldMk cId="4213315465" sldId="256"/>
            <ac:spMk id="6" creationId="{2CD991D7-2B5C-CF37-36DD-839069902D2D}"/>
          </ac:spMkLst>
        </pc:spChg>
        <pc:spChg chg="add mod">
          <ac:chgData name="泰裕 中野" userId="42a347c8c87c92a9" providerId="LiveId" clId="{E0EE74F8-9030-4622-930D-990511B9FA5F}" dt="2026-02-12T22:41:04.226" v="2561" actId="1035"/>
          <ac:spMkLst>
            <pc:docMk/>
            <pc:sldMk cId="4213315465" sldId="256"/>
            <ac:spMk id="6" creationId="{5A98EC27-53C7-3243-F440-B7D0B9F3F330}"/>
          </ac:spMkLst>
        </pc:spChg>
        <pc:spChg chg="mod">
          <ac:chgData name="泰裕 中野" userId="42a347c8c87c92a9" providerId="LiveId" clId="{E0EE74F8-9030-4622-930D-990511B9FA5F}" dt="2026-02-12T23:20:45.235" v="3092" actId="13822"/>
          <ac:spMkLst>
            <pc:docMk/>
            <pc:sldMk cId="4213315465" sldId="256"/>
            <ac:spMk id="7" creationId="{B6203DA2-CB5D-C15B-A916-32FDC1E5D4C2}"/>
          </ac:spMkLst>
        </pc:spChg>
        <pc:spChg chg="mod">
          <ac:chgData name="泰裕 中野" userId="42a347c8c87c92a9" providerId="LiveId" clId="{E0EE74F8-9030-4622-930D-990511B9FA5F}" dt="2026-02-12T23:21:01.279" v="3095" actId="403"/>
          <ac:spMkLst>
            <pc:docMk/>
            <pc:sldMk cId="4213315465" sldId="256"/>
            <ac:spMk id="10" creationId="{857B889F-0F76-985E-E16B-A5CA263A4E14}"/>
          </ac:spMkLst>
        </pc:spChg>
        <pc:spChg chg="mod">
          <ac:chgData name="泰裕 中野" userId="42a347c8c87c92a9" providerId="LiveId" clId="{E0EE74F8-9030-4622-930D-990511B9FA5F}" dt="2026-02-12T22:42:32.332" v="2652" actId="14100"/>
          <ac:spMkLst>
            <pc:docMk/>
            <pc:sldMk cId="4213315465" sldId="256"/>
            <ac:spMk id="11" creationId="{BE6C604C-3F95-64A7-278C-A002828FED13}"/>
          </ac:spMkLst>
        </pc:spChg>
        <pc:spChg chg="mod">
          <ac:chgData name="泰裕 中野" userId="42a347c8c87c92a9" providerId="LiveId" clId="{E0EE74F8-9030-4622-930D-990511B9FA5F}" dt="2026-02-12T22:42:44.693" v="2653" actId="1076"/>
          <ac:spMkLst>
            <pc:docMk/>
            <pc:sldMk cId="4213315465" sldId="256"/>
            <ac:spMk id="12" creationId="{47145A5E-0D6E-6823-4949-6E13A9EB2A95}"/>
          </ac:spMkLst>
        </pc:spChg>
        <pc:spChg chg="mod">
          <ac:chgData name="泰裕 中野" userId="42a347c8c87c92a9" providerId="LiveId" clId="{E0EE74F8-9030-4622-930D-990511B9FA5F}" dt="2026-02-12T23:22:18.637" v="3131" actId="6549"/>
          <ac:spMkLst>
            <pc:docMk/>
            <pc:sldMk cId="4213315465" sldId="256"/>
            <ac:spMk id="13" creationId="{745933F7-DC78-77E0-9E12-545B7A7D9B44}"/>
          </ac:spMkLst>
        </pc:spChg>
        <pc:spChg chg="mod">
          <ac:chgData name="泰裕 中野" userId="42a347c8c87c92a9" providerId="LiveId" clId="{E0EE74F8-9030-4622-930D-990511B9FA5F}" dt="2026-02-13T05:35:51.812" v="5317" actId="404"/>
          <ac:spMkLst>
            <pc:docMk/>
            <pc:sldMk cId="4213315465" sldId="256"/>
            <ac:spMk id="14" creationId="{57B64BF1-8EE1-ED0A-8711-CDBCAA5A7806}"/>
          </ac:spMkLst>
        </pc:spChg>
        <pc:spChg chg="mod">
          <ac:chgData name="泰裕 中野" userId="42a347c8c87c92a9" providerId="LiveId" clId="{E0EE74F8-9030-4622-930D-990511B9FA5F}" dt="2026-02-13T05:36:07.219" v="5322" actId="1076"/>
          <ac:spMkLst>
            <pc:docMk/>
            <pc:sldMk cId="4213315465" sldId="256"/>
            <ac:spMk id="15" creationId="{72235AB6-0486-7767-A6BF-C202F25BD769}"/>
          </ac:spMkLst>
        </pc:spChg>
        <pc:spChg chg="add mod">
          <ac:chgData name="泰裕 中野" userId="42a347c8c87c92a9" providerId="LiveId" clId="{E0EE74F8-9030-4622-930D-990511B9FA5F}" dt="2026-02-12T22:40:09.958" v="2516" actId="1037"/>
          <ac:spMkLst>
            <pc:docMk/>
            <pc:sldMk cId="4213315465" sldId="256"/>
            <ac:spMk id="17" creationId="{16462392-9BA4-DBB8-62C1-E8EC813EC4DE}"/>
          </ac:spMkLst>
        </pc:spChg>
        <pc:spChg chg="add mod">
          <ac:chgData name="泰裕 中野" userId="42a347c8c87c92a9" providerId="LiveId" clId="{E0EE74F8-9030-4622-930D-990511B9FA5F}" dt="2026-02-12T06:52:42.424" v="1159" actId="403"/>
          <ac:spMkLst>
            <pc:docMk/>
            <pc:sldMk cId="4213315465" sldId="256"/>
            <ac:spMk id="19" creationId="{07A66FC8-AB41-C028-35DB-0E08D298F566}"/>
          </ac:spMkLst>
        </pc:spChg>
        <pc:spChg chg="add mod">
          <ac:chgData name="泰裕 中野" userId="42a347c8c87c92a9" providerId="LiveId" clId="{E0EE74F8-9030-4622-930D-990511B9FA5F}" dt="2026-02-13T05:38:40.024" v="5400" actId="20577"/>
          <ac:spMkLst>
            <pc:docMk/>
            <pc:sldMk cId="4213315465" sldId="256"/>
            <ac:spMk id="20" creationId="{466EBDD7-3FEB-875B-B73B-D3FDDAC8AC59}"/>
          </ac:spMkLst>
        </pc:spChg>
        <pc:spChg chg="add mod">
          <ac:chgData name="泰裕 中野" userId="42a347c8c87c92a9" providerId="LiveId" clId="{E0EE74F8-9030-4622-930D-990511B9FA5F}" dt="2026-02-12T06:52:42.424" v="1159" actId="403"/>
          <ac:spMkLst>
            <pc:docMk/>
            <pc:sldMk cId="4213315465" sldId="256"/>
            <ac:spMk id="21" creationId="{95D3C957-A412-6FD5-C27E-B4BD94A64C9C}"/>
          </ac:spMkLst>
        </pc:spChg>
        <pc:spChg chg="add mod">
          <ac:chgData name="泰裕 中野" userId="42a347c8c87c92a9" providerId="LiveId" clId="{E0EE74F8-9030-4622-930D-990511B9FA5F}" dt="2026-02-12T06:52:42.424" v="1159" actId="403"/>
          <ac:spMkLst>
            <pc:docMk/>
            <pc:sldMk cId="4213315465" sldId="256"/>
            <ac:spMk id="22" creationId="{2881BA7E-828D-D2DC-6EB2-896247FBEBD3}"/>
          </ac:spMkLst>
        </pc:spChg>
        <pc:spChg chg="mod">
          <ac:chgData name="泰裕 中野" userId="42a347c8c87c92a9" providerId="LiveId" clId="{E0EE74F8-9030-4622-930D-990511B9FA5F}" dt="2026-02-12T23:48:03.213" v="3621" actId="1076"/>
          <ac:spMkLst>
            <pc:docMk/>
            <pc:sldMk cId="4213315465" sldId="256"/>
            <ac:spMk id="24" creationId="{725A2E7C-36BC-332B-892C-F4D6C4BCF37C}"/>
          </ac:spMkLst>
        </pc:spChg>
        <pc:spChg chg="mod ord">
          <ac:chgData name="泰裕 中野" userId="42a347c8c87c92a9" providerId="LiveId" clId="{E0EE74F8-9030-4622-930D-990511B9FA5F}" dt="2026-02-12T22:43:11.064" v="2687" actId="1035"/>
          <ac:spMkLst>
            <pc:docMk/>
            <pc:sldMk cId="4213315465" sldId="256"/>
            <ac:spMk id="31" creationId="{74E38BA1-A360-EEDA-5575-30691CE1B3AE}"/>
          </ac:spMkLst>
        </pc:spChg>
        <pc:spChg chg="mod">
          <ac:chgData name="泰裕 中野" userId="42a347c8c87c92a9" providerId="LiveId" clId="{E0EE74F8-9030-4622-930D-990511B9FA5F}" dt="2026-02-12T22:43:11.064" v="2687" actId="1035"/>
          <ac:spMkLst>
            <pc:docMk/>
            <pc:sldMk cId="4213315465" sldId="256"/>
            <ac:spMk id="32" creationId="{880D1FC7-6FCD-AD05-F8FA-D02EFB5560B3}"/>
          </ac:spMkLst>
        </pc:spChg>
        <pc:spChg chg="mod">
          <ac:chgData name="泰裕 中野" userId="42a347c8c87c92a9" providerId="LiveId" clId="{E0EE74F8-9030-4622-930D-990511B9FA5F}" dt="2026-02-12T22:43:11.064" v="2687" actId="1035"/>
          <ac:spMkLst>
            <pc:docMk/>
            <pc:sldMk cId="4213315465" sldId="256"/>
            <ac:spMk id="34" creationId="{849A59FD-7F98-58C7-FE96-5A0E242DD6C5}"/>
          </ac:spMkLst>
        </pc:spChg>
        <pc:spChg chg="mod">
          <ac:chgData name="泰裕 中野" userId="42a347c8c87c92a9" providerId="LiveId" clId="{E0EE74F8-9030-4622-930D-990511B9FA5F}" dt="2026-02-12T22:43:11.064" v="2687" actId="1035"/>
          <ac:spMkLst>
            <pc:docMk/>
            <pc:sldMk cId="4213315465" sldId="256"/>
            <ac:spMk id="35" creationId="{7995A7EC-E826-FBA5-C01F-02FDA7F181F3}"/>
          </ac:spMkLst>
        </pc:spChg>
        <pc:spChg chg="add mod">
          <ac:chgData name="泰裕 中野" userId="42a347c8c87c92a9" providerId="LiveId" clId="{E0EE74F8-9030-4622-930D-990511B9FA5F}" dt="2026-02-12T06:52:42.424" v="1159" actId="403"/>
          <ac:spMkLst>
            <pc:docMk/>
            <pc:sldMk cId="4213315465" sldId="256"/>
            <ac:spMk id="39" creationId="{55929DB6-B959-74EA-9ABF-FE3057E3CC37}"/>
          </ac:spMkLst>
        </pc:spChg>
        <pc:spChg chg="add mod">
          <ac:chgData name="泰裕 中野" userId="42a347c8c87c92a9" providerId="LiveId" clId="{E0EE74F8-9030-4622-930D-990511B9FA5F}" dt="2026-02-12T06:52:42.424" v="1159" actId="403"/>
          <ac:spMkLst>
            <pc:docMk/>
            <pc:sldMk cId="4213315465" sldId="256"/>
            <ac:spMk id="41" creationId="{C2AFCDC9-67AF-413F-0CF0-EB5068FF4D76}"/>
          </ac:spMkLst>
        </pc:spChg>
        <pc:spChg chg="add mod">
          <ac:chgData name="泰裕 中野" userId="42a347c8c87c92a9" providerId="LiveId" clId="{E0EE74F8-9030-4622-930D-990511B9FA5F}" dt="2026-02-12T06:52:42.424" v="1159" actId="403"/>
          <ac:spMkLst>
            <pc:docMk/>
            <pc:sldMk cId="4213315465" sldId="256"/>
            <ac:spMk id="42" creationId="{F65ADC5E-8D79-2FC3-D4A2-86DEDE363022}"/>
          </ac:spMkLst>
        </pc:spChg>
        <pc:spChg chg="add mod">
          <ac:chgData name="泰裕 中野" userId="42a347c8c87c92a9" providerId="LiveId" clId="{E0EE74F8-9030-4622-930D-990511B9FA5F}" dt="2026-02-12T06:52:42.424" v="1159" actId="403"/>
          <ac:spMkLst>
            <pc:docMk/>
            <pc:sldMk cId="4213315465" sldId="256"/>
            <ac:spMk id="43" creationId="{803D931C-4ADB-E18B-8E04-E72D51801B82}"/>
          </ac:spMkLst>
        </pc:spChg>
        <pc:spChg chg="add mod">
          <ac:chgData name="泰裕 中野" userId="42a347c8c87c92a9" providerId="LiveId" clId="{E0EE74F8-9030-4622-930D-990511B9FA5F}" dt="2026-02-12T06:52:42.424" v="1159" actId="403"/>
          <ac:spMkLst>
            <pc:docMk/>
            <pc:sldMk cId="4213315465" sldId="256"/>
            <ac:spMk id="44" creationId="{A0B92DC0-4413-F6DA-5807-B06EA03C7BC2}"/>
          </ac:spMkLst>
        </pc:spChg>
        <pc:spChg chg="add mod">
          <ac:chgData name="泰裕 中野" userId="42a347c8c87c92a9" providerId="LiveId" clId="{E0EE74F8-9030-4622-930D-990511B9FA5F}" dt="2026-02-12T06:52:42.424" v="1159" actId="403"/>
          <ac:spMkLst>
            <pc:docMk/>
            <pc:sldMk cId="4213315465" sldId="256"/>
            <ac:spMk id="50" creationId="{CA840EB5-4F0F-584C-B4D5-EEEB3C022088}"/>
          </ac:spMkLst>
        </pc:spChg>
        <pc:spChg chg="add mod">
          <ac:chgData name="泰裕 中野" userId="42a347c8c87c92a9" providerId="LiveId" clId="{E0EE74F8-9030-4622-930D-990511B9FA5F}" dt="2026-02-12T22:41:04.226" v="2561" actId="1035"/>
          <ac:spMkLst>
            <pc:docMk/>
            <pc:sldMk cId="4213315465" sldId="256"/>
            <ac:spMk id="52" creationId="{D44960BE-66B0-748F-6858-16508293C7FC}"/>
          </ac:spMkLst>
        </pc:spChg>
        <pc:spChg chg="add mod">
          <ac:chgData name="泰裕 中野" userId="42a347c8c87c92a9" providerId="LiveId" clId="{E0EE74F8-9030-4622-930D-990511B9FA5F}" dt="2026-02-12T22:42:48.762" v="2654" actId="14100"/>
          <ac:spMkLst>
            <pc:docMk/>
            <pc:sldMk cId="4213315465" sldId="256"/>
            <ac:spMk id="53" creationId="{7BFEE937-4F8F-9F7E-78CB-9AF79ED9F82D}"/>
          </ac:spMkLst>
        </pc:spChg>
        <pc:spChg chg="add mod">
          <ac:chgData name="泰裕 中野" userId="42a347c8c87c92a9" providerId="LiveId" clId="{E0EE74F8-9030-4622-930D-990511B9FA5F}" dt="2026-02-12T22:43:16.240" v="2688" actId="14100"/>
          <ac:spMkLst>
            <pc:docMk/>
            <pc:sldMk cId="4213315465" sldId="256"/>
            <ac:spMk id="54" creationId="{B92568A2-460E-DAF7-8E6E-E03A3963F563}"/>
          </ac:spMkLst>
        </pc:spChg>
        <pc:spChg chg="add del mod">
          <ac:chgData name="泰裕 中野" userId="42a347c8c87c92a9" providerId="LiveId" clId="{E0EE74F8-9030-4622-930D-990511B9FA5F}" dt="2026-02-12T23:47:28.408" v="3604" actId="478"/>
          <ac:spMkLst>
            <pc:docMk/>
            <pc:sldMk cId="4213315465" sldId="256"/>
            <ac:spMk id="55" creationId="{41F78B4C-1A31-AFBD-9BA0-5A7647292F7F}"/>
          </ac:spMkLst>
        </pc:spChg>
        <pc:spChg chg="add">
          <ac:chgData name="泰裕 中野" userId="42a347c8c87c92a9" providerId="LiveId" clId="{E0EE74F8-9030-4622-930D-990511B9FA5F}" dt="2026-02-12T23:57:52.174" v="3622"/>
          <ac:spMkLst>
            <pc:docMk/>
            <pc:sldMk cId="4213315465" sldId="256"/>
            <ac:spMk id="58" creationId="{21BC9B67-FE19-C5DE-97E1-B880C88C76A0}"/>
          </ac:spMkLst>
        </pc:spChg>
        <pc:spChg chg="add mod">
          <ac:chgData name="泰裕 中野" userId="42a347c8c87c92a9" providerId="LiveId" clId="{E0EE74F8-9030-4622-930D-990511B9FA5F}" dt="2026-02-13T05:35:40.342" v="5298" actId="14100"/>
          <ac:spMkLst>
            <pc:docMk/>
            <pc:sldMk cId="4213315465" sldId="256"/>
            <ac:spMk id="59" creationId="{53DC8149-2532-7FDC-64AD-C3C540EA2507}"/>
          </ac:spMkLst>
        </pc:spChg>
        <pc:grpChg chg="mod">
          <ac:chgData name="泰裕 中野" userId="42a347c8c87c92a9" providerId="LiveId" clId="{E0EE74F8-9030-4622-930D-990511B9FA5F}" dt="2026-02-12T06:57:44.318" v="1247" actId="1035"/>
          <ac:grpSpMkLst>
            <pc:docMk/>
            <pc:sldMk cId="4213315465" sldId="256"/>
            <ac:grpSpMk id="51" creationId="{B599CDB6-543E-CDD1-DBAA-4986903FB516}"/>
          </ac:grpSpMkLst>
        </pc:grpChg>
        <pc:cxnChg chg="del mod">
          <ac:chgData name="泰裕 中野" userId="42a347c8c87c92a9" providerId="LiveId" clId="{E0EE74F8-9030-4622-930D-990511B9FA5F}" dt="2026-02-12T06:54:12.573" v="1173" actId="478"/>
          <ac:cxnSpMkLst>
            <pc:docMk/>
            <pc:sldMk cId="4213315465" sldId="256"/>
            <ac:cxnSpMk id="17" creationId="{B75D704D-DB47-4890-50AB-0BE82AAE606E}"/>
          </ac:cxnSpMkLst>
        </pc:cxnChg>
        <pc:cxnChg chg="del">
          <ac:chgData name="泰裕 中野" userId="42a347c8c87c92a9" providerId="LiveId" clId="{E0EE74F8-9030-4622-930D-990511B9FA5F}" dt="2026-02-12T06:54:26.891" v="1175" actId="478"/>
          <ac:cxnSpMkLst>
            <pc:docMk/>
            <pc:sldMk cId="4213315465" sldId="256"/>
            <ac:cxnSpMk id="20" creationId="{D6BF1E50-602D-92CA-9779-A17623814CEC}"/>
          </ac:cxnSpMkLst>
        </pc:cxnChg>
        <pc:cxnChg chg="add">
          <ac:chgData name="泰裕 中野" userId="42a347c8c87c92a9" providerId="LiveId" clId="{E0EE74F8-9030-4622-930D-990511B9FA5F}" dt="2026-02-12T23:47:48.110" v="3606" actId="11529"/>
          <ac:cxnSpMkLst>
            <pc:docMk/>
            <pc:sldMk cId="4213315465" sldId="256"/>
            <ac:cxnSpMk id="57" creationId="{2BBB8B8A-609F-894B-B684-557449DE9D31}"/>
          </ac:cxnSpMkLst>
        </pc:cxnChg>
      </pc:sldChg>
      <pc:sldChg chg="addSp delSp modSp mod">
        <pc:chgData name="泰裕 中野" userId="42a347c8c87c92a9" providerId="LiveId" clId="{E0EE74F8-9030-4622-930D-990511B9FA5F}" dt="2026-02-12T06:50:29.721" v="1144" actId="6549"/>
        <pc:sldMkLst>
          <pc:docMk/>
          <pc:sldMk cId="166899645" sldId="257"/>
        </pc:sldMkLst>
        <pc:spChg chg="add mod">
          <ac:chgData name="泰裕 中野" userId="42a347c8c87c92a9" providerId="LiveId" clId="{E0EE74F8-9030-4622-930D-990511B9FA5F}" dt="2026-02-12T06:50:09.701" v="1121" actId="465"/>
          <ac:spMkLst>
            <pc:docMk/>
            <pc:sldMk cId="166899645" sldId="257"/>
            <ac:spMk id="2" creationId="{E210EB36-D9DD-CAE2-309B-00BC71C2FD76}"/>
          </ac:spMkLst>
        </pc:spChg>
        <pc:spChg chg="add mod">
          <ac:chgData name="泰裕 中野" userId="42a347c8c87c92a9" providerId="LiveId" clId="{E0EE74F8-9030-4622-930D-990511B9FA5F}" dt="2026-02-12T06:50:09.701" v="1121" actId="465"/>
          <ac:spMkLst>
            <pc:docMk/>
            <pc:sldMk cId="166899645" sldId="257"/>
            <ac:spMk id="3" creationId="{1FD1D97C-C256-D773-D1A4-CAEC48C9421C}"/>
          </ac:spMkLst>
        </pc:spChg>
        <pc:spChg chg="mod">
          <ac:chgData name="泰裕 中野" userId="42a347c8c87c92a9" providerId="LiveId" clId="{E0EE74F8-9030-4622-930D-990511B9FA5F}" dt="2026-02-12T06:49:55.946" v="1120" actId="465"/>
          <ac:spMkLst>
            <pc:docMk/>
            <pc:sldMk cId="166899645" sldId="257"/>
            <ac:spMk id="4" creationId="{89CFD47E-E3DE-A12C-F6F9-96BB44167E5A}"/>
          </ac:spMkLst>
        </pc:spChg>
        <pc:spChg chg="add mod">
          <ac:chgData name="泰裕 中野" userId="42a347c8c87c92a9" providerId="LiveId" clId="{E0EE74F8-9030-4622-930D-990511B9FA5F}" dt="2026-02-12T06:50:19.500" v="1143"/>
          <ac:spMkLst>
            <pc:docMk/>
            <pc:sldMk cId="166899645" sldId="257"/>
            <ac:spMk id="5" creationId="{4FF596DE-B766-D14D-DC32-E16533AC7326}"/>
          </ac:spMkLst>
        </pc:spChg>
        <pc:spChg chg="add mod">
          <ac:chgData name="泰裕 中野" userId="42a347c8c87c92a9" providerId="LiveId" clId="{E0EE74F8-9030-4622-930D-990511B9FA5F}" dt="2026-02-12T06:48:51.194" v="1092" actId="12789"/>
          <ac:spMkLst>
            <pc:docMk/>
            <pc:sldMk cId="166899645" sldId="257"/>
            <ac:spMk id="6" creationId="{54A1E6F5-BE44-67CD-FDDB-8E40A61A63A8}"/>
          </ac:spMkLst>
        </pc:spChg>
        <pc:spChg chg="mod">
          <ac:chgData name="泰裕 中野" userId="42a347c8c87c92a9" providerId="LiveId" clId="{E0EE74F8-9030-4622-930D-990511B9FA5F}" dt="2026-02-12T06:49:25.126" v="1097" actId="1035"/>
          <ac:spMkLst>
            <pc:docMk/>
            <pc:sldMk cId="166899645" sldId="257"/>
            <ac:spMk id="12" creationId="{81618E9A-CF2C-5613-EAB5-E13CC013BEEE}"/>
          </ac:spMkLst>
        </pc:spChg>
        <pc:spChg chg="mod">
          <ac:chgData name="泰裕 中野" userId="42a347c8c87c92a9" providerId="LiveId" clId="{E0EE74F8-9030-4622-930D-990511B9FA5F}" dt="2026-02-12T06:48:51.194" v="1092" actId="12789"/>
          <ac:spMkLst>
            <pc:docMk/>
            <pc:sldMk cId="166899645" sldId="257"/>
            <ac:spMk id="26" creationId="{9B9085EB-8498-DFAB-771A-4C3F5321AE4F}"/>
          </ac:spMkLst>
        </pc:spChg>
        <pc:spChg chg="mod">
          <ac:chgData name="泰裕 中野" userId="42a347c8c87c92a9" providerId="LiveId" clId="{E0EE74F8-9030-4622-930D-990511B9FA5F}" dt="2026-02-12T06:49:55.946" v="1120" actId="465"/>
          <ac:spMkLst>
            <pc:docMk/>
            <pc:sldMk cId="166899645" sldId="257"/>
            <ac:spMk id="27" creationId="{0284EF3F-5340-3E95-295D-974864A86BDF}"/>
          </ac:spMkLst>
        </pc:spChg>
        <pc:spChg chg="mod">
          <ac:chgData name="泰裕 中野" userId="42a347c8c87c92a9" providerId="LiveId" clId="{E0EE74F8-9030-4622-930D-990511B9FA5F}" dt="2026-02-12T06:49:55.946" v="1120" actId="465"/>
          <ac:spMkLst>
            <pc:docMk/>
            <pc:sldMk cId="166899645" sldId="257"/>
            <ac:spMk id="29" creationId="{C2F49323-FC04-D10F-2A86-BC813D17E991}"/>
          </ac:spMkLst>
        </pc:spChg>
        <pc:spChg chg="mod">
          <ac:chgData name="泰裕 中野" userId="42a347c8c87c92a9" providerId="LiveId" clId="{E0EE74F8-9030-4622-930D-990511B9FA5F}" dt="2026-02-12T06:49:55.946" v="1120" actId="465"/>
          <ac:spMkLst>
            <pc:docMk/>
            <pc:sldMk cId="166899645" sldId="257"/>
            <ac:spMk id="30" creationId="{51D7D14D-A328-8079-DBD2-F7A54F796436}"/>
          </ac:spMkLst>
        </pc:spChg>
        <pc:spChg chg="mod">
          <ac:chgData name="泰裕 中野" userId="42a347c8c87c92a9" providerId="LiveId" clId="{E0EE74F8-9030-4622-930D-990511B9FA5F}" dt="2026-02-12T06:49:55.946" v="1120" actId="465"/>
          <ac:spMkLst>
            <pc:docMk/>
            <pc:sldMk cId="166899645" sldId="257"/>
            <ac:spMk id="31" creationId="{6D16726C-91FA-C378-4FEA-2970A9C808CD}"/>
          </ac:spMkLst>
        </pc:spChg>
        <pc:spChg chg="mod">
          <ac:chgData name="泰裕 中野" userId="42a347c8c87c92a9" providerId="LiveId" clId="{E0EE74F8-9030-4622-930D-990511B9FA5F}" dt="2026-02-12T06:49:55.946" v="1120" actId="465"/>
          <ac:spMkLst>
            <pc:docMk/>
            <pc:sldMk cId="166899645" sldId="257"/>
            <ac:spMk id="32" creationId="{7C778817-3BBB-8F5A-83AF-F07FDB3B3B1E}"/>
          </ac:spMkLst>
        </pc:spChg>
        <pc:spChg chg="mod">
          <ac:chgData name="泰裕 中野" userId="42a347c8c87c92a9" providerId="LiveId" clId="{E0EE74F8-9030-4622-930D-990511B9FA5F}" dt="2026-02-12T06:49:55.946" v="1120" actId="465"/>
          <ac:spMkLst>
            <pc:docMk/>
            <pc:sldMk cId="166899645" sldId="257"/>
            <ac:spMk id="34" creationId="{6638FCFF-5F37-7570-E0A3-D2A2BF9D17E9}"/>
          </ac:spMkLst>
        </pc:spChg>
        <pc:spChg chg="del mod">
          <ac:chgData name="泰裕 中野" userId="42a347c8c87c92a9" providerId="LiveId" clId="{E0EE74F8-9030-4622-930D-990511B9FA5F}" dt="2026-02-12T06:33:14.427" v="481" actId="478"/>
          <ac:spMkLst>
            <pc:docMk/>
            <pc:sldMk cId="166899645" sldId="257"/>
            <ac:spMk id="36" creationId="{CC467CD3-D97B-0A67-3A5E-D780515AE4C4}"/>
          </ac:spMkLst>
        </pc:spChg>
        <pc:spChg chg="mod">
          <ac:chgData name="泰裕 中野" userId="42a347c8c87c92a9" providerId="LiveId" clId="{E0EE74F8-9030-4622-930D-990511B9FA5F}" dt="2026-02-12T06:49:55.946" v="1120" actId="465"/>
          <ac:spMkLst>
            <pc:docMk/>
            <pc:sldMk cId="166899645" sldId="257"/>
            <ac:spMk id="65" creationId="{791D5F66-532D-6C22-0790-01C590E74926}"/>
          </ac:spMkLst>
        </pc:spChg>
        <pc:spChg chg="mod">
          <ac:chgData name="泰裕 中野" userId="42a347c8c87c92a9" providerId="LiveId" clId="{E0EE74F8-9030-4622-930D-990511B9FA5F}" dt="2026-02-12T06:49:37.460" v="1117" actId="1035"/>
          <ac:spMkLst>
            <pc:docMk/>
            <pc:sldMk cId="166899645" sldId="257"/>
            <ac:spMk id="74" creationId="{E7310E9B-80BE-85E3-CB09-7BD29D20ECB9}"/>
          </ac:spMkLst>
        </pc:spChg>
        <pc:spChg chg="add mod">
          <ac:chgData name="泰裕 中野" userId="42a347c8c87c92a9" providerId="LiveId" clId="{E0EE74F8-9030-4622-930D-990511B9FA5F}" dt="2026-02-12T06:50:09.701" v="1121" actId="465"/>
          <ac:spMkLst>
            <pc:docMk/>
            <pc:sldMk cId="166899645" sldId="257"/>
            <ac:spMk id="128" creationId="{2E264C07-7269-718F-5E4D-F008AF9BCC10}"/>
          </ac:spMkLst>
        </pc:spChg>
        <pc:spChg chg="add del mod">
          <ac:chgData name="泰裕 中野" userId="42a347c8c87c92a9" providerId="LiveId" clId="{E0EE74F8-9030-4622-930D-990511B9FA5F}" dt="2026-02-12T06:33:10.466" v="480" actId="478"/>
          <ac:spMkLst>
            <pc:docMk/>
            <pc:sldMk cId="166899645" sldId="257"/>
            <ac:spMk id="133" creationId="{D26E8753-E726-EFF5-F1D5-A5CF09391EB7}"/>
          </ac:spMkLst>
        </pc:spChg>
        <pc:spChg chg="add mod">
          <ac:chgData name="泰裕 中野" userId="42a347c8c87c92a9" providerId="LiveId" clId="{E0EE74F8-9030-4622-930D-990511B9FA5F}" dt="2026-02-12T06:50:09.701" v="1121" actId="465"/>
          <ac:spMkLst>
            <pc:docMk/>
            <pc:sldMk cId="166899645" sldId="257"/>
            <ac:spMk id="134" creationId="{66CA0566-DF6C-50D5-9C27-AF83709883E0}"/>
          </ac:spMkLst>
        </pc:spChg>
        <pc:spChg chg="add mod">
          <ac:chgData name="泰裕 中野" userId="42a347c8c87c92a9" providerId="LiveId" clId="{E0EE74F8-9030-4622-930D-990511B9FA5F}" dt="2026-02-12T06:50:09.701" v="1121" actId="465"/>
          <ac:spMkLst>
            <pc:docMk/>
            <pc:sldMk cId="166899645" sldId="257"/>
            <ac:spMk id="135" creationId="{4C62A761-83A3-ABDA-5A2C-31FC7C19495A}"/>
          </ac:spMkLst>
        </pc:spChg>
        <pc:spChg chg="add mod">
          <ac:chgData name="泰裕 中野" userId="42a347c8c87c92a9" providerId="LiveId" clId="{E0EE74F8-9030-4622-930D-990511B9FA5F}" dt="2026-02-12T06:50:09.701" v="1121" actId="465"/>
          <ac:spMkLst>
            <pc:docMk/>
            <pc:sldMk cId="166899645" sldId="257"/>
            <ac:spMk id="136" creationId="{C8392BED-11C6-1915-AF78-CE98C48686C2}"/>
          </ac:spMkLst>
        </pc:spChg>
        <pc:spChg chg="add mod">
          <ac:chgData name="泰裕 中野" userId="42a347c8c87c92a9" providerId="LiveId" clId="{E0EE74F8-9030-4622-930D-990511B9FA5F}" dt="2026-02-12T06:49:37.460" v="1117" actId="1035"/>
          <ac:spMkLst>
            <pc:docMk/>
            <pc:sldMk cId="166899645" sldId="257"/>
            <ac:spMk id="137" creationId="{AA582F88-169E-AAF9-E2CA-E321FD767A45}"/>
          </ac:spMkLst>
        </pc:spChg>
        <pc:spChg chg="add mod">
          <ac:chgData name="泰裕 中野" userId="42a347c8c87c92a9" providerId="LiveId" clId="{E0EE74F8-9030-4622-930D-990511B9FA5F}" dt="2026-02-12T06:50:29.721" v="1144" actId="6549"/>
          <ac:spMkLst>
            <pc:docMk/>
            <pc:sldMk cId="166899645" sldId="257"/>
            <ac:spMk id="138" creationId="{4C9B6D80-7EB6-143B-81B1-FF5D04A2341D}"/>
          </ac:spMkLst>
        </pc:spChg>
        <pc:cxnChg chg="del mod">
          <ac:chgData name="泰裕 中野" userId="42a347c8c87c92a9" providerId="LiveId" clId="{E0EE74F8-9030-4622-930D-990511B9FA5F}" dt="2026-02-12T06:33:10.466" v="480" actId="478"/>
          <ac:cxnSpMkLst>
            <pc:docMk/>
            <pc:sldMk cId="166899645" sldId="257"/>
            <ac:cxnSpMk id="14" creationId="{B5CC2ADA-F0C3-8AE5-9721-D03D3E9161C2}"/>
          </ac:cxnSpMkLst>
        </pc:cxnChg>
        <pc:cxnChg chg="mod">
          <ac:chgData name="泰裕 中野" userId="42a347c8c87c92a9" providerId="LiveId" clId="{E0EE74F8-9030-4622-930D-990511B9FA5F}" dt="2026-02-12T06:49:55.946" v="1120" actId="465"/>
          <ac:cxnSpMkLst>
            <pc:docMk/>
            <pc:sldMk cId="166899645" sldId="257"/>
            <ac:cxnSpMk id="16" creationId="{73138042-DA69-5B83-EF37-307F3A148315}"/>
          </ac:cxnSpMkLst>
        </pc:cxnChg>
        <pc:cxnChg chg="mod">
          <ac:chgData name="泰裕 中野" userId="42a347c8c87c92a9" providerId="LiveId" clId="{E0EE74F8-9030-4622-930D-990511B9FA5F}" dt="2026-02-12T06:49:25.126" v="1097" actId="1035"/>
          <ac:cxnSpMkLst>
            <pc:docMk/>
            <pc:sldMk cId="166899645" sldId="257"/>
            <ac:cxnSpMk id="43" creationId="{8603B46C-CCC5-28A8-A0C6-EA5C33746853}"/>
          </ac:cxnSpMkLst>
        </pc:cxnChg>
        <pc:cxnChg chg="mod">
          <ac:chgData name="泰裕 中野" userId="42a347c8c87c92a9" providerId="LiveId" clId="{E0EE74F8-9030-4622-930D-990511B9FA5F}" dt="2026-02-10T07:12:18.387" v="1" actId="1076"/>
          <ac:cxnSpMkLst>
            <pc:docMk/>
            <pc:sldMk cId="166899645" sldId="257"/>
            <ac:cxnSpMk id="46" creationId="{91880E4D-9DE9-2FD4-9C5B-53CC04664920}"/>
          </ac:cxnSpMkLst>
        </pc:cxnChg>
        <pc:cxnChg chg="mod">
          <ac:chgData name="泰裕 中野" userId="42a347c8c87c92a9" providerId="LiveId" clId="{E0EE74F8-9030-4622-930D-990511B9FA5F}" dt="2026-02-12T06:49:25.126" v="1097" actId="1035"/>
          <ac:cxnSpMkLst>
            <pc:docMk/>
            <pc:sldMk cId="166899645" sldId="257"/>
            <ac:cxnSpMk id="49" creationId="{4A77BF46-5713-AEBF-B3C0-151854F9DB05}"/>
          </ac:cxnSpMkLst>
        </pc:cxnChg>
        <pc:cxnChg chg="mod">
          <ac:chgData name="泰裕 中野" userId="42a347c8c87c92a9" providerId="LiveId" clId="{E0EE74F8-9030-4622-930D-990511B9FA5F}" dt="2026-02-12T06:49:48.529" v="1119" actId="465"/>
          <ac:cxnSpMkLst>
            <pc:docMk/>
            <pc:sldMk cId="166899645" sldId="257"/>
            <ac:cxnSpMk id="52" creationId="{96C7031C-9F78-35A7-14C6-B0DE35B10604}"/>
          </ac:cxnSpMkLst>
        </pc:cxnChg>
        <pc:cxnChg chg="mod">
          <ac:chgData name="泰裕 中野" userId="42a347c8c87c92a9" providerId="LiveId" clId="{E0EE74F8-9030-4622-930D-990511B9FA5F}" dt="2026-02-12T06:49:48.529" v="1119" actId="465"/>
          <ac:cxnSpMkLst>
            <pc:docMk/>
            <pc:sldMk cId="166899645" sldId="257"/>
            <ac:cxnSpMk id="55" creationId="{427371D9-FD57-0263-F4B2-663D8C79D0FB}"/>
          </ac:cxnSpMkLst>
        </pc:cxnChg>
        <pc:cxnChg chg="mod">
          <ac:chgData name="泰裕 中野" userId="42a347c8c87c92a9" providerId="LiveId" clId="{E0EE74F8-9030-4622-930D-990511B9FA5F}" dt="2026-02-12T06:49:55.946" v="1120" actId="465"/>
          <ac:cxnSpMkLst>
            <pc:docMk/>
            <pc:sldMk cId="166899645" sldId="257"/>
            <ac:cxnSpMk id="58" creationId="{F8EBB940-164C-1BBF-A000-18EBB3607AE0}"/>
          </ac:cxnSpMkLst>
        </pc:cxnChg>
        <pc:cxnChg chg="mod">
          <ac:chgData name="泰裕 中野" userId="42a347c8c87c92a9" providerId="LiveId" clId="{E0EE74F8-9030-4622-930D-990511B9FA5F}" dt="2026-02-12T06:49:25.126" v="1097" actId="1035"/>
          <ac:cxnSpMkLst>
            <pc:docMk/>
            <pc:sldMk cId="166899645" sldId="257"/>
            <ac:cxnSpMk id="61" creationId="{66E363F2-B9C1-7A2A-6554-E027113F2A0B}"/>
          </ac:cxnSpMkLst>
        </pc:cxnChg>
        <pc:cxnChg chg="mod">
          <ac:chgData name="泰裕 中野" userId="42a347c8c87c92a9" providerId="LiveId" clId="{E0EE74F8-9030-4622-930D-990511B9FA5F}" dt="2026-02-12T06:49:25.126" v="1097" actId="1035"/>
          <ac:cxnSpMkLst>
            <pc:docMk/>
            <pc:sldMk cId="166899645" sldId="257"/>
            <ac:cxnSpMk id="66" creationId="{99AB013D-0F6C-AB53-B4B5-F0D1DDB3F285}"/>
          </ac:cxnSpMkLst>
        </pc:cxnChg>
        <pc:cxnChg chg="mod">
          <ac:chgData name="泰裕 中野" userId="42a347c8c87c92a9" providerId="LiveId" clId="{E0EE74F8-9030-4622-930D-990511B9FA5F}" dt="2026-02-12T06:49:37.460" v="1117" actId="1035"/>
          <ac:cxnSpMkLst>
            <pc:docMk/>
            <pc:sldMk cId="166899645" sldId="257"/>
            <ac:cxnSpMk id="75" creationId="{13A464B8-3C4C-9761-9E30-2CE741568D0A}"/>
          </ac:cxnSpMkLst>
        </pc:cxnChg>
      </pc:sldChg>
      <pc:sldChg chg="addSp delSp modSp add mod">
        <pc:chgData name="泰裕 中野" userId="42a347c8c87c92a9" providerId="LiveId" clId="{E0EE74F8-9030-4622-930D-990511B9FA5F}" dt="2026-02-13T05:59:39" v="5647"/>
        <pc:sldMkLst>
          <pc:docMk/>
          <pc:sldMk cId="3017845031" sldId="258"/>
        </pc:sldMkLst>
        <pc:spChg chg="mod ord">
          <ac:chgData name="泰裕 中野" userId="42a347c8c87c92a9" providerId="LiveId" clId="{E0EE74F8-9030-4622-930D-990511B9FA5F}" dt="2026-02-13T00:08:49.764" v="4152" actId="404"/>
          <ac:spMkLst>
            <pc:docMk/>
            <pc:sldMk cId="3017845031" sldId="258"/>
            <ac:spMk id="4" creationId="{063CF737-1705-0AB5-F8F5-78379F9A43F1}"/>
          </ac:spMkLst>
        </pc:spChg>
        <pc:spChg chg="mod">
          <ac:chgData name="泰裕 中野" userId="42a347c8c87c92a9" providerId="LiveId" clId="{E0EE74F8-9030-4622-930D-990511B9FA5F}" dt="2026-02-13T05:47:54.902" v="5509" actId="14100"/>
          <ac:spMkLst>
            <pc:docMk/>
            <pc:sldMk cId="3017845031" sldId="258"/>
            <ac:spMk id="5" creationId="{C6A8AD26-9223-F568-D6E4-8370E607674C}"/>
          </ac:spMkLst>
        </pc:spChg>
        <pc:spChg chg="add mod">
          <ac:chgData name="泰裕 中野" userId="42a347c8c87c92a9" providerId="LiveId" clId="{E0EE74F8-9030-4622-930D-990511B9FA5F}" dt="2026-02-13T05:47:39.740" v="5490" actId="14100"/>
          <ac:spMkLst>
            <pc:docMk/>
            <pc:sldMk cId="3017845031" sldId="258"/>
            <ac:spMk id="6" creationId="{0E51732C-0166-3639-7604-5B4EDB289AE9}"/>
          </ac:spMkLst>
        </pc:spChg>
        <pc:spChg chg="add mod">
          <ac:chgData name="泰裕 中野" userId="42a347c8c87c92a9" providerId="LiveId" clId="{E0EE74F8-9030-4622-930D-990511B9FA5F}" dt="2026-02-13T05:50:52.120" v="5573" actId="14100"/>
          <ac:spMkLst>
            <pc:docMk/>
            <pc:sldMk cId="3017845031" sldId="258"/>
            <ac:spMk id="7" creationId="{2365B923-F92C-5E5C-3076-21FF80DFD708}"/>
          </ac:spMkLst>
        </pc:spChg>
        <pc:spChg chg="del">
          <ac:chgData name="泰裕 中野" userId="42a347c8c87c92a9" providerId="LiveId" clId="{E0EE74F8-9030-4622-930D-990511B9FA5F}" dt="2026-02-12T07:11:50.809" v="1391" actId="478"/>
          <ac:spMkLst>
            <pc:docMk/>
            <pc:sldMk cId="3017845031" sldId="258"/>
            <ac:spMk id="7" creationId="{B6203DA2-CB5D-C15B-A916-32FDC1E5D4C2}"/>
          </ac:spMkLst>
        </pc:spChg>
        <pc:spChg chg="del">
          <ac:chgData name="泰裕 中野" userId="42a347c8c87c92a9" providerId="LiveId" clId="{E0EE74F8-9030-4622-930D-990511B9FA5F}" dt="2026-02-12T07:11:49.729" v="1390" actId="478"/>
          <ac:spMkLst>
            <pc:docMk/>
            <pc:sldMk cId="3017845031" sldId="258"/>
            <ac:spMk id="10" creationId="{857B889F-0F76-985E-E16B-A5CA263A4E14}"/>
          </ac:spMkLst>
        </pc:spChg>
        <pc:spChg chg="add mod">
          <ac:chgData name="泰裕 中野" userId="42a347c8c87c92a9" providerId="LiveId" clId="{E0EE74F8-9030-4622-930D-990511B9FA5F}" dt="2026-02-13T05:47:48.077" v="5508" actId="1035"/>
          <ac:spMkLst>
            <pc:docMk/>
            <pc:sldMk cId="3017845031" sldId="258"/>
            <ac:spMk id="10" creationId="{C3BD277B-1E5C-E6D7-AC78-3745D804BAF8}"/>
          </ac:spMkLst>
        </pc:spChg>
        <pc:spChg chg="del mod ord">
          <ac:chgData name="泰裕 中野" userId="42a347c8c87c92a9" providerId="LiveId" clId="{E0EE74F8-9030-4622-930D-990511B9FA5F}" dt="2026-02-12T07:21:16.523" v="1763" actId="478"/>
          <ac:spMkLst>
            <pc:docMk/>
            <pc:sldMk cId="3017845031" sldId="258"/>
            <ac:spMk id="11" creationId="{BE6C604C-3F95-64A7-278C-A002828FED13}"/>
          </ac:spMkLst>
        </pc:spChg>
        <pc:spChg chg="add mod">
          <ac:chgData name="泰裕 中野" userId="42a347c8c87c92a9" providerId="LiveId" clId="{E0EE74F8-9030-4622-930D-990511B9FA5F}" dt="2026-02-13T05:47:48.077" v="5508" actId="1035"/>
          <ac:spMkLst>
            <pc:docMk/>
            <pc:sldMk cId="3017845031" sldId="258"/>
            <ac:spMk id="11" creationId="{E39CB116-84D4-9F73-4634-40912455B297}"/>
          </ac:spMkLst>
        </pc:spChg>
        <pc:spChg chg="mod">
          <ac:chgData name="泰裕 中野" userId="42a347c8c87c92a9" providerId="LiveId" clId="{E0EE74F8-9030-4622-930D-990511B9FA5F}" dt="2026-02-13T00:04:00.889" v="3741" actId="1076"/>
          <ac:spMkLst>
            <pc:docMk/>
            <pc:sldMk cId="3017845031" sldId="258"/>
            <ac:spMk id="12" creationId="{47145A5E-0D6E-6823-4949-6E13A9EB2A95}"/>
          </ac:spMkLst>
        </pc:spChg>
        <pc:spChg chg="mod">
          <ac:chgData name="泰裕 中野" userId="42a347c8c87c92a9" providerId="LiveId" clId="{E0EE74F8-9030-4622-930D-990511B9FA5F}" dt="2026-02-13T05:49:00.704" v="5518" actId="14100"/>
          <ac:spMkLst>
            <pc:docMk/>
            <pc:sldMk cId="3017845031" sldId="258"/>
            <ac:spMk id="13" creationId="{745933F7-DC78-77E0-9E12-545B7A7D9B44}"/>
          </ac:spMkLst>
        </pc:spChg>
        <pc:spChg chg="add mod">
          <ac:chgData name="泰裕 中野" userId="42a347c8c87c92a9" providerId="LiveId" clId="{E0EE74F8-9030-4622-930D-990511B9FA5F}" dt="2026-02-13T05:47:48.077" v="5508" actId="1035"/>
          <ac:spMkLst>
            <pc:docMk/>
            <pc:sldMk cId="3017845031" sldId="258"/>
            <ac:spMk id="14" creationId="{38BB5D0F-582B-0DAB-E4B9-A8ACB3728D15}"/>
          </ac:spMkLst>
        </pc:spChg>
        <pc:spChg chg="del mod">
          <ac:chgData name="泰裕 中野" userId="42a347c8c87c92a9" providerId="LiveId" clId="{E0EE74F8-9030-4622-930D-990511B9FA5F}" dt="2026-02-12T10:52:22.159" v="2146" actId="478"/>
          <ac:spMkLst>
            <pc:docMk/>
            <pc:sldMk cId="3017845031" sldId="258"/>
            <ac:spMk id="14" creationId="{57B64BF1-8EE1-ED0A-8711-CDBCAA5A7806}"/>
          </ac:spMkLst>
        </pc:spChg>
        <pc:spChg chg="del">
          <ac:chgData name="泰裕 中野" userId="42a347c8c87c92a9" providerId="LiveId" clId="{E0EE74F8-9030-4622-930D-990511B9FA5F}" dt="2026-02-12T06:59:50.757" v="1312" actId="478"/>
          <ac:spMkLst>
            <pc:docMk/>
            <pc:sldMk cId="3017845031" sldId="258"/>
            <ac:spMk id="15" creationId="{72235AB6-0486-7767-A6BF-C202F25BD769}"/>
          </ac:spMkLst>
        </pc:spChg>
        <pc:spChg chg="add mod">
          <ac:chgData name="泰裕 中野" userId="42a347c8c87c92a9" providerId="LiveId" clId="{E0EE74F8-9030-4622-930D-990511B9FA5F}" dt="2026-02-13T05:47:48.077" v="5508" actId="1035"/>
          <ac:spMkLst>
            <pc:docMk/>
            <pc:sldMk cId="3017845031" sldId="258"/>
            <ac:spMk id="15" creationId="{ED12465F-E81D-6F34-E83B-E3BF5E6DE4C8}"/>
          </ac:spMkLst>
        </pc:spChg>
        <pc:spChg chg="add mod">
          <ac:chgData name="泰裕 中野" userId="42a347c8c87c92a9" providerId="LiveId" clId="{E0EE74F8-9030-4622-930D-990511B9FA5F}" dt="2026-02-12T07:29:15.166" v="1916" actId="12789"/>
          <ac:spMkLst>
            <pc:docMk/>
            <pc:sldMk cId="3017845031" sldId="258"/>
            <ac:spMk id="17" creationId="{56650F7C-5F02-50A3-5E04-BE3B8DAEEB5B}"/>
          </ac:spMkLst>
        </pc:spChg>
        <pc:spChg chg="add mod">
          <ac:chgData name="泰裕 中野" userId="42a347c8c87c92a9" providerId="LiveId" clId="{E0EE74F8-9030-4622-930D-990511B9FA5F}" dt="2026-02-12T23:20:04.562" v="3084"/>
          <ac:spMkLst>
            <pc:docMk/>
            <pc:sldMk cId="3017845031" sldId="258"/>
            <ac:spMk id="20" creationId="{A4BCAF6D-17B6-49FF-2306-4CD15BDAC3D5}"/>
          </ac:spMkLst>
        </pc:spChg>
        <pc:spChg chg="del">
          <ac:chgData name="泰裕 中野" userId="42a347c8c87c92a9" providerId="LiveId" clId="{E0EE74F8-9030-4622-930D-990511B9FA5F}" dt="2026-02-12T07:11:24.765" v="1377" actId="478"/>
          <ac:spMkLst>
            <pc:docMk/>
            <pc:sldMk cId="3017845031" sldId="258"/>
            <ac:spMk id="24" creationId="{725A2E7C-36BC-332B-892C-F4D6C4BCF37C}"/>
          </ac:spMkLst>
        </pc:spChg>
        <pc:spChg chg="mod">
          <ac:chgData name="泰裕 中野" userId="42a347c8c87c92a9" providerId="LiveId" clId="{E0EE74F8-9030-4622-930D-990511B9FA5F}" dt="2026-02-12T23:59:34.868" v="3657" actId="1035"/>
          <ac:spMkLst>
            <pc:docMk/>
            <pc:sldMk cId="3017845031" sldId="258"/>
            <ac:spMk id="26" creationId="{46771E01-E144-CB29-ED6B-FD1A0F962639}"/>
          </ac:spMkLst>
        </pc:spChg>
        <pc:spChg chg="mod">
          <ac:chgData name="泰裕 中野" userId="42a347c8c87c92a9" providerId="LiveId" clId="{E0EE74F8-9030-4622-930D-990511B9FA5F}" dt="2026-02-12T10:55:04.639" v="2197" actId="1035"/>
          <ac:spMkLst>
            <pc:docMk/>
            <pc:sldMk cId="3017845031" sldId="258"/>
            <ac:spMk id="31" creationId="{74E38BA1-A360-EEDA-5575-30691CE1B3AE}"/>
          </ac:spMkLst>
        </pc:spChg>
        <pc:spChg chg="del mod">
          <ac:chgData name="泰裕 中野" userId="42a347c8c87c92a9" providerId="LiveId" clId="{E0EE74F8-9030-4622-930D-990511B9FA5F}" dt="2026-02-12T07:15:00.729" v="1481" actId="478"/>
          <ac:spMkLst>
            <pc:docMk/>
            <pc:sldMk cId="3017845031" sldId="258"/>
            <ac:spMk id="32" creationId="{880D1FC7-6FCD-AD05-F8FA-D02EFB5560B3}"/>
          </ac:spMkLst>
        </pc:spChg>
        <pc:spChg chg="add mod">
          <ac:chgData name="泰裕 中野" userId="42a347c8c87c92a9" providerId="LiveId" clId="{E0EE74F8-9030-4622-930D-990511B9FA5F}" dt="2026-02-13T05:47:48.077" v="5508" actId="1035"/>
          <ac:spMkLst>
            <pc:docMk/>
            <pc:sldMk cId="3017845031" sldId="258"/>
            <ac:spMk id="34" creationId="{43D67FC2-7759-27AA-5CF4-42A856F44BF6}"/>
          </ac:spMkLst>
        </pc:spChg>
        <pc:spChg chg="del mod">
          <ac:chgData name="泰裕 中野" userId="42a347c8c87c92a9" providerId="LiveId" clId="{E0EE74F8-9030-4622-930D-990511B9FA5F}" dt="2026-02-12T07:15:02.204" v="1482" actId="478"/>
          <ac:spMkLst>
            <pc:docMk/>
            <pc:sldMk cId="3017845031" sldId="258"/>
            <ac:spMk id="34" creationId="{849A59FD-7F98-58C7-FE96-5A0E242DD6C5}"/>
          </ac:spMkLst>
        </pc:spChg>
        <pc:spChg chg="del mod">
          <ac:chgData name="泰裕 中野" userId="42a347c8c87c92a9" providerId="LiveId" clId="{E0EE74F8-9030-4622-930D-990511B9FA5F}" dt="2026-02-12T07:16:56.872" v="1542" actId="478"/>
          <ac:spMkLst>
            <pc:docMk/>
            <pc:sldMk cId="3017845031" sldId="258"/>
            <ac:spMk id="35" creationId="{7995A7EC-E826-FBA5-C01F-02FDA7F181F3}"/>
          </ac:spMkLst>
        </pc:spChg>
        <pc:spChg chg="add mod">
          <ac:chgData name="泰裕 中野" userId="42a347c8c87c92a9" providerId="LiveId" clId="{E0EE74F8-9030-4622-930D-990511B9FA5F}" dt="2026-02-13T05:47:48.077" v="5508" actId="1035"/>
          <ac:spMkLst>
            <pc:docMk/>
            <pc:sldMk cId="3017845031" sldId="258"/>
            <ac:spMk id="35" creationId="{96CF0780-25A0-92FF-B664-239A6A75C132}"/>
          </ac:spMkLst>
        </pc:spChg>
        <pc:spChg chg="mod">
          <ac:chgData name="泰裕 中野" userId="42a347c8c87c92a9" providerId="LiveId" clId="{E0EE74F8-9030-4622-930D-990511B9FA5F}" dt="2026-02-12T10:42:19.588" v="2073"/>
          <ac:spMkLst>
            <pc:docMk/>
            <pc:sldMk cId="3017845031" sldId="258"/>
            <ac:spMk id="45" creationId="{1A1FAC89-5767-549D-EAE6-2CF28C7302D9}"/>
          </ac:spMkLst>
        </pc:spChg>
        <pc:spChg chg="mod">
          <ac:chgData name="泰裕 中野" userId="42a347c8c87c92a9" providerId="LiveId" clId="{E0EE74F8-9030-4622-930D-990511B9FA5F}" dt="2026-02-12T10:41:47.302" v="2028" actId="6549"/>
          <ac:spMkLst>
            <pc:docMk/>
            <pc:sldMk cId="3017845031" sldId="258"/>
            <ac:spMk id="46" creationId="{5590153F-1FF6-295A-4337-1E4802753EBC}"/>
          </ac:spMkLst>
        </pc:spChg>
        <pc:spChg chg="mod">
          <ac:chgData name="泰裕 中野" userId="42a347c8c87c92a9" providerId="LiveId" clId="{E0EE74F8-9030-4622-930D-990511B9FA5F}" dt="2026-02-12T23:59:34.868" v="3657" actId="1035"/>
          <ac:spMkLst>
            <pc:docMk/>
            <pc:sldMk cId="3017845031" sldId="258"/>
            <ac:spMk id="52" creationId="{D44960BE-66B0-748F-6858-16508293C7FC}"/>
          </ac:spMkLst>
        </pc:spChg>
        <pc:spChg chg="del mod ord">
          <ac:chgData name="泰裕 中野" userId="42a347c8c87c92a9" providerId="LiveId" clId="{E0EE74F8-9030-4622-930D-990511B9FA5F}" dt="2026-02-12T22:32:48.064" v="2241" actId="478"/>
          <ac:spMkLst>
            <pc:docMk/>
            <pc:sldMk cId="3017845031" sldId="258"/>
            <ac:spMk id="53" creationId="{7BFEE937-4F8F-9F7E-78CB-9AF79ED9F82D}"/>
          </ac:spMkLst>
        </pc:spChg>
        <pc:spChg chg="mod">
          <ac:chgData name="泰裕 中野" userId="42a347c8c87c92a9" providerId="LiveId" clId="{E0EE74F8-9030-4622-930D-990511B9FA5F}" dt="2026-02-12T07:29:15.166" v="1916" actId="12789"/>
          <ac:spMkLst>
            <pc:docMk/>
            <pc:sldMk cId="3017845031" sldId="258"/>
            <ac:spMk id="54" creationId="{B92568A2-460E-DAF7-8E6E-E03A3963F563}"/>
          </ac:spMkLst>
        </pc:spChg>
        <pc:spChg chg="add mod ord">
          <ac:chgData name="泰裕 中野" userId="42a347c8c87c92a9" providerId="LiveId" clId="{E0EE74F8-9030-4622-930D-990511B9FA5F}" dt="2026-02-13T05:51:06.676" v="5576" actId="166"/>
          <ac:spMkLst>
            <pc:docMk/>
            <pc:sldMk cId="3017845031" sldId="258"/>
            <ac:spMk id="55" creationId="{29949165-C8CF-8312-E294-2718945CB16E}"/>
          </ac:spMkLst>
        </pc:spChg>
        <pc:spChg chg="del">
          <ac:chgData name="泰裕 中野" userId="42a347c8c87c92a9" providerId="LiveId" clId="{E0EE74F8-9030-4622-930D-990511B9FA5F}" dt="2026-02-12T07:11:22.705" v="1376" actId="478"/>
          <ac:spMkLst>
            <pc:docMk/>
            <pc:sldMk cId="3017845031" sldId="258"/>
            <ac:spMk id="55" creationId="{41F78B4C-1A31-AFBD-9BA0-5A7647292F7F}"/>
          </ac:spMkLst>
        </pc:spChg>
        <pc:spChg chg="add del mod ord">
          <ac:chgData name="泰裕 中野" userId="42a347c8c87c92a9" providerId="LiveId" clId="{E0EE74F8-9030-4622-930D-990511B9FA5F}" dt="2026-02-12T07:27:10.650" v="1888" actId="478"/>
          <ac:spMkLst>
            <pc:docMk/>
            <pc:sldMk cId="3017845031" sldId="258"/>
            <ac:spMk id="56" creationId="{ABB81C89-6035-86B6-513C-365D87F4080B}"/>
          </ac:spMkLst>
        </pc:spChg>
        <pc:spChg chg="add mod">
          <ac:chgData name="泰裕 中野" userId="42a347c8c87c92a9" providerId="LiveId" clId="{E0EE74F8-9030-4622-930D-990511B9FA5F}" dt="2026-02-13T05:59:39" v="5647"/>
          <ac:spMkLst>
            <pc:docMk/>
            <pc:sldMk cId="3017845031" sldId="258"/>
            <ac:spMk id="56" creationId="{B1144C8C-0CFB-0A75-6301-082968C73BBE}"/>
          </ac:spMkLst>
        </pc:spChg>
        <pc:spChg chg="add mod">
          <ac:chgData name="泰裕 中野" userId="42a347c8c87c92a9" providerId="LiveId" clId="{E0EE74F8-9030-4622-930D-990511B9FA5F}" dt="2026-02-13T05:53:08.327" v="5605" actId="14100"/>
          <ac:spMkLst>
            <pc:docMk/>
            <pc:sldMk cId="3017845031" sldId="258"/>
            <ac:spMk id="57" creationId="{6867FCD7-0CD7-3819-29F6-55E131E355BC}"/>
          </ac:spMkLst>
        </pc:spChg>
        <pc:spChg chg="add del mod">
          <ac:chgData name="泰裕 中野" userId="42a347c8c87c92a9" providerId="LiveId" clId="{E0EE74F8-9030-4622-930D-990511B9FA5F}" dt="2026-02-12T07:16:56.872" v="1542" actId="478"/>
          <ac:spMkLst>
            <pc:docMk/>
            <pc:sldMk cId="3017845031" sldId="258"/>
            <ac:spMk id="57" creationId="{868237E4-049F-3157-4A05-9B01EAB4C0AF}"/>
          </ac:spMkLst>
        </pc:spChg>
        <pc:spChg chg="add mod">
          <ac:chgData name="泰裕 中野" userId="42a347c8c87c92a9" providerId="LiveId" clId="{E0EE74F8-9030-4622-930D-990511B9FA5F}" dt="2026-02-13T05:53:12.028" v="5606" actId="1076"/>
          <ac:spMkLst>
            <pc:docMk/>
            <pc:sldMk cId="3017845031" sldId="258"/>
            <ac:spMk id="58" creationId="{3BE5AB87-BC95-250E-77C3-41106F045EF0}"/>
          </ac:spMkLst>
        </pc:spChg>
        <pc:spChg chg="add del mod">
          <ac:chgData name="泰裕 中野" userId="42a347c8c87c92a9" providerId="LiveId" clId="{E0EE74F8-9030-4622-930D-990511B9FA5F}" dt="2026-02-12T07:16:56.872" v="1542" actId="478"/>
          <ac:spMkLst>
            <pc:docMk/>
            <pc:sldMk cId="3017845031" sldId="258"/>
            <ac:spMk id="58" creationId="{548317F8-C371-EAFD-101A-C20A0E1BBA9E}"/>
          </ac:spMkLst>
        </pc:spChg>
        <pc:spChg chg="add mod">
          <ac:chgData name="泰裕 中野" userId="42a347c8c87c92a9" providerId="LiveId" clId="{E0EE74F8-9030-4622-930D-990511B9FA5F}" dt="2026-02-12T11:00:02.230" v="2206"/>
          <ac:spMkLst>
            <pc:docMk/>
            <pc:sldMk cId="3017845031" sldId="258"/>
            <ac:spMk id="59" creationId="{681FC0B2-C3EB-7850-C806-B9A99A1BACAB}"/>
          </ac:spMkLst>
        </pc:spChg>
        <pc:spChg chg="add mod ord">
          <ac:chgData name="泰裕 中野" userId="42a347c8c87c92a9" providerId="LiveId" clId="{E0EE74F8-9030-4622-930D-990511B9FA5F}" dt="2026-02-12T07:24:02.368" v="1832" actId="1035"/>
          <ac:spMkLst>
            <pc:docMk/>
            <pc:sldMk cId="3017845031" sldId="258"/>
            <ac:spMk id="60" creationId="{1789B600-5816-D9A4-596E-340AF7DAEB05}"/>
          </ac:spMkLst>
        </pc:spChg>
        <pc:spChg chg="add mod ord">
          <ac:chgData name="泰裕 中野" userId="42a347c8c87c92a9" providerId="LiveId" clId="{E0EE74F8-9030-4622-930D-990511B9FA5F}" dt="2026-02-12T10:55:04.639" v="2197" actId="1035"/>
          <ac:spMkLst>
            <pc:docMk/>
            <pc:sldMk cId="3017845031" sldId="258"/>
            <ac:spMk id="61" creationId="{20BC8635-2C05-C8D8-E682-D7D6C88DA999}"/>
          </ac:spMkLst>
        </pc:spChg>
        <pc:spChg chg="add mod ord">
          <ac:chgData name="泰裕 中野" userId="42a347c8c87c92a9" providerId="LiveId" clId="{E0EE74F8-9030-4622-930D-990511B9FA5F}" dt="2026-02-12T10:55:04.639" v="2197" actId="1035"/>
          <ac:spMkLst>
            <pc:docMk/>
            <pc:sldMk cId="3017845031" sldId="258"/>
            <ac:spMk id="62" creationId="{24DAAE7F-7384-9688-CBB9-D22EF58295D9}"/>
          </ac:spMkLst>
        </pc:spChg>
        <pc:spChg chg="add mod">
          <ac:chgData name="泰裕 中野" userId="42a347c8c87c92a9" providerId="LiveId" clId="{E0EE74F8-9030-4622-930D-990511B9FA5F}" dt="2026-02-12T23:59:34.868" v="3657" actId="1035"/>
          <ac:spMkLst>
            <pc:docMk/>
            <pc:sldMk cId="3017845031" sldId="258"/>
            <ac:spMk id="63" creationId="{EC8852DB-2E59-C7E7-204B-C89D4B4F71BE}"/>
          </ac:spMkLst>
        </pc:spChg>
        <pc:spChg chg="add mod">
          <ac:chgData name="泰裕 中野" userId="42a347c8c87c92a9" providerId="LiveId" clId="{E0EE74F8-9030-4622-930D-990511B9FA5F}" dt="2026-02-13T00:04:10.246" v="3744" actId="14100"/>
          <ac:spMkLst>
            <pc:docMk/>
            <pc:sldMk cId="3017845031" sldId="258"/>
            <ac:spMk id="64" creationId="{137E8AAB-EC51-DF98-B884-1B3F75F7EFF5}"/>
          </ac:spMkLst>
        </pc:spChg>
        <pc:spChg chg="add mod">
          <ac:chgData name="泰裕 中野" userId="42a347c8c87c92a9" providerId="LiveId" clId="{E0EE74F8-9030-4622-930D-990511B9FA5F}" dt="2026-02-13T05:55:38.081" v="5645"/>
          <ac:spMkLst>
            <pc:docMk/>
            <pc:sldMk cId="3017845031" sldId="258"/>
            <ac:spMk id="65" creationId="{EFBF61BF-44BD-2138-0328-B37EFE8E3B29}"/>
          </ac:spMkLst>
        </pc:spChg>
        <pc:spChg chg="add mod">
          <ac:chgData name="泰裕 中野" userId="42a347c8c87c92a9" providerId="LiveId" clId="{E0EE74F8-9030-4622-930D-990511B9FA5F}" dt="2026-02-12T10:55:04.639" v="2197" actId="1035"/>
          <ac:spMkLst>
            <pc:docMk/>
            <pc:sldMk cId="3017845031" sldId="258"/>
            <ac:spMk id="66" creationId="{0B1B04E6-46E2-68DD-159A-D7A54789B56D}"/>
          </ac:spMkLst>
        </pc:spChg>
        <pc:spChg chg="add mod ord">
          <ac:chgData name="泰裕 中野" userId="42a347c8c87c92a9" providerId="LiveId" clId="{E0EE74F8-9030-4622-930D-990511B9FA5F}" dt="2026-02-12T23:59:52.359" v="3666"/>
          <ac:spMkLst>
            <pc:docMk/>
            <pc:sldMk cId="3017845031" sldId="258"/>
            <ac:spMk id="67" creationId="{F084D373-740B-0C44-13E3-6BE8BF1C465F}"/>
          </ac:spMkLst>
        </pc:spChg>
        <pc:spChg chg="add mod">
          <ac:chgData name="泰裕 中野" userId="42a347c8c87c92a9" providerId="LiveId" clId="{E0EE74F8-9030-4622-930D-990511B9FA5F}" dt="2026-02-13T05:50:42.168" v="5571" actId="14100"/>
          <ac:spMkLst>
            <pc:docMk/>
            <pc:sldMk cId="3017845031" sldId="258"/>
            <ac:spMk id="68" creationId="{C4C7D004-7DB4-37FC-F844-E9B15789EF1C}"/>
          </ac:spMkLst>
        </pc:spChg>
        <pc:spChg chg="add mod">
          <ac:chgData name="泰裕 中野" userId="42a347c8c87c92a9" providerId="LiveId" clId="{E0EE74F8-9030-4622-930D-990511B9FA5F}" dt="2026-02-13T05:50:39.827" v="5570" actId="14100"/>
          <ac:spMkLst>
            <pc:docMk/>
            <pc:sldMk cId="3017845031" sldId="258"/>
            <ac:spMk id="69" creationId="{B8878D42-0462-A40E-2D85-64F8AE6588B1}"/>
          </ac:spMkLst>
        </pc:spChg>
        <pc:spChg chg="add mod">
          <ac:chgData name="泰裕 中野" userId="42a347c8c87c92a9" providerId="LiveId" clId="{E0EE74F8-9030-4622-930D-990511B9FA5F}" dt="2026-02-13T05:49:04.744" v="5520" actId="1076"/>
          <ac:spMkLst>
            <pc:docMk/>
            <pc:sldMk cId="3017845031" sldId="258"/>
            <ac:spMk id="70" creationId="{1C32CDDA-D5F7-381F-0F16-A4DEAECC9B6A}"/>
          </ac:spMkLst>
        </pc:spChg>
        <pc:spChg chg="add del mod">
          <ac:chgData name="泰裕 中野" userId="42a347c8c87c92a9" providerId="LiveId" clId="{E0EE74F8-9030-4622-930D-990511B9FA5F}" dt="2026-02-12T07:22:45.418" v="1800" actId="478"/>
          <ac:spMkLst>
            <pc:docMk/>
            <pc:sldMk cId="3017845031" sldId="258"/>
            <ac:spMk id="70" creationId="{8B3C93D1-109E-B7CC-B7DC-73D944255D9A}"/>
          </ac:spMkLst>
        </pc:spChg>
        <pc:spChg chg="add mod">
          <ac:chgData name="泰裕 中野" userId="42a347c8c87c92a9" providerId="LiveId" clId="{E0EE74F8-9030-4622-930D-990511B9FA5F}" dt="2026-02-13T00:02:50.874" v="3729" actId="14100"/>
          <ac:spMkLst>
            <pc:docMk/>
            <pc:sldMk cId="3017845031" sldId="258"/>
            <ac:spMk id="71" creationId="{380E4B17-E783-B393-B4A8-D456F8264B72}"/>
          </ac:spMkLst>
        </pc:spChg>
        <pc:spChg chg="add mod">
          <ac:chgData name="泰裕 中野" userId="42a347c8c87c92a9" providerId="LiveId" clId="{E0EE74F8-9030-4622-930D-990511B9FA5F}" dt="2026-02-12T11:00:09.011" v="2213"/>
          <ac:spMkLst>
            <pc:docMk/>
            <pc:sldMk cId="3017845031" sldId="258"/>
            <ac:spMk id="72" creationId="{C6469CF5-803C-0178-857C-853BB62FF897}"/>
          </ac:spMkLst>
        </pc:spChg>
        <pc:spChg chg="add mod">
          <ac:chgData name="泰裕 中野" userId="42a347c8c87c92a9" providerId="LiveId" clId="{E0EE74F8-9030-4622-930D-990511B9FA5F}" dt="2026-02-12T23:59:34.868" v="3657" actId="1035"/>
          <ac:spMkLst>
            <pc:docMk/>
            <pc:sldMk cId="3017845031" sldId="258"/>
            <ac:spMk id="73" creationId="{3A12D7B8-7DE1-D3D4-0110-7E04537D2B75}"/>
          </ac:spMkLst>
        </pc:spChg>
        <pc:spChg chg="add mod">
          <ac:chgData name="泰裕 中野" userId="42a347c8c87c92a9" providerId="LiveId" clId="{E0EE74F8-9030-4622-930D-990511B9FA5F}" dt="2026-02-12T07:28:40.348" v="1897" actId="571"/>
          <ac:spMkLst>
            <pc:docMk/>
            <pc:sldMk cId="3017845031" sldId="258"/>
            <ac:spMk id="74" creationId="{D1AC94F0-1E6E-5A44-E238-0AB7A0E5BB6E}"/>
          </ac:spMkLst>
        </pc:spChg>
        <pc:spChg chg="add mod">
          <ac:chgData name="泰裕 中野" userId="42a347c8c87c92a9" providerId="LiveId" clId="{E0EE74F8-9030-4622-930D-990511B9FA5F}" dt="2026-02-12T23:20:09.022" v="3090"/>
          <ac:spMkLst>
            <pc:docMk/>
            <pc:sldMk cId="3017845031" sldId="258"/>
            <ac:spMk id="75" creationId="{26F3797B-33A3-B337-C39C-D976B6C4934C}"/>
          </ac:spMkLst>
        </pc:spChg>
        <pc:spChg chg="add mod">
          <ac:chgData name="泰裕 中野" userId="42a347c8c87c92a9" providerId="LiveId" clId="{E0EE74F8-9030-4622-930D-990511B9FA5F}" dt="2026-02-12T10:50:20.116" v="2110" actId="1076"/>
          <ac:spMkLst>
            <pc:docMk/>
            <pc:sldMk cId="3017845031" sldId="258"/>
            <ac:spMk id="76" creationId="{77275C07-3478-BDE2-AB83-479F11965EB6}"/>
          </ac:spMkLst>
        </pc:spChg>
        <pc:spChg chg="add mod">
          <ac:chgData name="泰裕 中野" userId="42a347c8c87c92a9" providerId="LiveId" clId="{E0EE74F8-9030-4622-930D-990511B9FA5F}" dt="2026-02-12T07:29:38.225" v="1920" actId="1035"/>
          <ac:spMkLst>
            <pc:docMk/>
            <pc:sldMk cId="3017845031" sldId="258"/>
            <ac:spMk id="77" creationId="{8C2C782A-FE4E-4EB2-A681-3375CEA90A6C}"/>
          </ac:spMkLst>
        </pc:spChg>
        <pc:spChg chg="add mod ord">
          <ac:chgData name="泰裕 中野" userId="42a347c8c87c92a9" providerId="LiveId" clId="{E0EE74F8-9030-4622-930D-990511B9FA5F}" dt="2026-02-13T00:03:49.630" v="3740" actId="122"/>
          <ac:spMkLst>
            <pc:docMk/>
            <pc:sldMk cId="3017845031" sldId="258"/>
            <ac:spMk id="78" creationId="{05DADBCA-6F1E-4517-65F3-C9AE408CFDB4}"/>
          </ac:spMkLst>
        </pc:spChg>
        <pc:spChg chg="add mod">
          <ac:chgData name="泰裕 中野" userId="42a347c8c87c92a9" providerId="LiveId" clId="{E0EE74F8-9030-4622-930D-990511B9FA5F}" dt="2026-02-12T23:59:34.868" v="3657" actId="1035"/>
          <ac:spMkLst>
            <pc:docMk/>
            <pc:sldMk cId="3017845031" sldId="258"/>
            <ac:spMk id="79" creationId="{12A4055F-3D4D-C2D6-0149-1A5122B9402C}"/>
          </ac:spMkLst>
        </pc:spChg>
        <pc:spChg chg="add mod ord">
          <ac:chgData name="泰裕 中野" userId="42a347c8c87c92a9" providerId="LiveId" clId="{E0EE74F8-9030-4622-930D-990511B9FA5F}" dt="2026-02-13T05:53:14.934" v="5607" actId="1076"/>
          <ac:spMkLst>
            <pc:docMk/>
            <pc:sldMk cId="3017845031" sldId="258"/>
            <ac:spMk id="80" creationId="{578E420A-A04D-A08E-2AF3-1D2C27D691F9}"/>
          </ac:spMkLst>
        </pc:spChg>
        <pc:spChg chg="add mod ord">
          <ac:chgData name="泰裕 中野" userId="42a347c8c87c92a9" providerId="LiveId" clId="{E0EE74F8-9030-4622-930D-990511B9FA5F}" dt="2026-02-13T05:52:38.783" v="5602" actId="1076"/>
          <ac:spMkLst>
            <pc:docMk/>
            <pc:sldMk cId="3017845031" sldId="258"/>
            <ac:spMk id="81" creationId="{81AC4465-57FC-094B-239A-02F93B3BCB53}"/>
          </ac:spMkLst>
        </pc:spChg>
        <pc:spChg chg="add mod">
          <ac:chgData name="泰裕 中野" userId="42a347c8c87c92a9" providerId="LiveId" clId="{E0EE74F8-9030-4622-930D-990511B9FA5F}" dt="2026-02-13T05:50:48.404" v="5572" actId="14100"/>
          <ac:spMkLst>
            <pc:docMk/>
            <pc:sldMk cId="3017845031" sldId="258"/>
            <ac:spMk id="82" creationId="{9B79C645-0C1D-52DF-C907-7567BD09628B}"/>
          </ac:spMkLst>
        </pc:spChg>
        <pc:spChg chg="add mod">
          <ac:chgData name="泰裕 中野" userId="42a347c8c87c92a9" providerId="LiveId" clId="{E0EE74F8-9030-4622-930D-990511B9FA5F}" dt="2026-02-13T05:47:34.723" v="5489" actId="1036"/>
          <ac:spMkLst>
            <pc:docMk/>
            <pc:sldMk cId="3017845031" sldId="258"/>
            <ac:spMk id="83" creationId="{536F2E9A-B1CE-D4F6-6630-A913C3316CDD}"/>
          </ac:spMkLst>
        </pc:spChg>
        <pc:spChg chg="add mod">
          <ac:chgData name="泰裕 中野" userId="42a347c8c87c92a9" providerId="LiveId" clId="{E0EE74F8-9030-4622-930D-990511B9FA5F}" dt="2026-02-13T05:47:28.799" v="5457" actId="1035"/>
          <ac:spMkLst>
            <pc:docMk/>
            <pc:sldMk cId="3017845031" sldId="258"/>
            <ac:spMk id="84" creationId="{CC3F4295-BE7E-49CD-C40F-6CDF650F3B5C}"/>
          </ac:spMkLst>
        </pc:spChg>
        <pc:spChg chg="add mod">
          <ac:chgData name="泰裕 中野" userId="42a347c8c87c92a9" providerId="LiveId" clId="{E0EE74F8-9030-4622-930D-990511B9FA5F}" dt="2026-02-13T05:47:28.799" v="5457" actId="1035"/>
          <ac:spMkLst>
            <pc:docMk/>
            <pc:sldMk cId="3017845031" sldId="258"/>
            <ac:spMk id="85" creationId="{85B2C286-CCBC-1B9D-F8E0-7865C5DBA78A}"/>
          </ac:spMkLst>
        </pc:spChg>
        <pc:spChg chg="add mod">
          <ac:chgData name="泰裕 中野" userId="42a347c8c87c92a9" providerId="LiveId" clId="{E0EE74F8-9030-4622-930D-990511B9FA5F}" dt="2026-02-13T05:47:28.799" v="5457" actId="1035"/>
          <ac:spMkLst>
            <pc:docMk/>
            <pc:sldMk cId="3017845031" sldId="258"/>
            <ac:spMk id="86" creationId="{5C64BBB9-9F03-6D0A-5ADC-1B9E0678EDEB}"/>
          </ac:spMkLst>
        </pc:spChg>
        <pc:spChg chg="add mod">
          <ac:chgData name="泰裕 中野" userId="42a347c8c87c92a9" providerId="LiveId" clId="{E0EE74F8-9030-4622-930D-990511B9FA5F}" dt="2026-02-13T05:50:12.595" v="5566" actId="20577"/>
          <ac:spMkLst>
            <pc:docMk/>
            <pc:sldMk cId="3017845031" sldId="258"/>
            <ac:spMk id="87" creationId="{81DF7729-15CE-A6A3-C2C0-ABC9BF85C894}"/>
          </ac:spMkLst>
        </pc:spChg>
        <pc:spChg chg="add mod ord">
          <ac:chgData name="泰裕 中野" userId="42a347c8c87c92a9" providerId="LiveId" clId="{E0EE74F8-9030-4622-930D-990511B9FA5F}" dt="2026-02-13T05:51:53.190" v="5597" actId="167"/>
          <ac:spMkLst>
            <pc:docMk/>
            <pc:sldMk cId="3017845031" sldId="258"/>
            <ac:spMk id="88" creationId="{B718DBB7-B6BA-EFF5-B56D-44399762B6F9}"/>
          </ac:spMkLst>
        </pc:spChg>
        <pc:spChg chg="add mod">
          <ac:chgData name="泰裕 中野" userId="42a347c8c87c92a9" providerId="LiveId" clId="{E0EE74F8-9030-4622-930D-990511B9FA5F}" dt="2026-02-13T05:52:25.403" v="5600" actId="1076"/>
          <ac:spMkLst>
            <pc:docMk/>
            <pc:sldMk cId="3017845031" sldId="258"/>
            <ac:spMk id="89" creationId="{8D5C5C00-8718-A8EF-B39E-2EB74ACE10B3}"/>
          </ac:spMkLst>
        </pc:spChg>
        <pc:spChg chg="add mod">
          <ac:chgData name="泰裕 中野" userId="42a347c8c87c92a9" providerId="LiveId" clId="{E0EE74F8-9030-4622-930D-990511B9FA5F}" dt="2026-02-13T05:52:22.351" v="5599" actId="571"/>
          <ac:spMkLst>
            <pc:docMk/>
            <pc:sldMk cId="3017845031" sldId="258"/>
            <ac:spMk id="90" creationId="{9C97EAAC-F855-1056-B2A9-8690ACC32F93}"/>
          </ac:spMkLst>
        </pc:spChg>
        <pc:spChg chg="add mod">
          <ac:chgData name="泰裕 中野" userId="42a347c8c87c92a9" providerId="LiveId" clId="{E0EE74F8-9030-4622-930D-990511B9FA5F}" dt="2026-02-13T05:52:22.351" v="5599" actId="571"/>
          <ac:spMkLst>
            <pc:docMk/>
            <pc:sldMk cId="3017845031" sldId="258"/>
            <ac:spMk id="91" creationId="{62A25CA9-A5DF-1011-BABF-F75256F171D8}"/>
          </ac:spMkLst>
        </pc:spChg>
        <pc:spChg chg="add mod">
          <ac:chgData name="泰裕 中野" userId="42a347c8c87c92a9" providerId="LiveId" clId="{E0EE74F8-9030-4622-930D-990511B9FA5F}" dt="2026-02-13T05:52:22.351" v="5599" actId="571"/>
          <ac:spMkLst>
            <pc:docMk/>
            <pc:sldMk cId="3017845031" sldId="258"/>
            <ac:spMk id="92" creationId="{7BAF56D3-5A9F-752A-6C49-785AF510D5B4}"/>
          </ac:spMkLst>
        </pc:spChg>
        <pc:spChg chg="add mod">
          <ac:chgData name="泰裕 中野" userId="42a347c8c87c92a9" providerId="LiveId" clId="{E0EE74F8-9030-4622-930D-990511B9FA5F}" dt="2026-02-13T05:53:25.233" v="5609" actId="14100"/>
          <ac:spMkLst>
            <pc:docMk/>
            <pc:sldMk cId="3017845031" sldId="258"/>
            <ac:spMk id="93" creationId="{7872CCBE-90AD-9B51-503E-EE4ED281440A}"/>
          </ac:spMkLst>
        </pc:spChg>
        <pc:spChg chg="add mod">
          <ac:chgData name="泰裕 中野" userId="42a347c8c87c92a9" providerId="LiveId" clId="{E0EE74F8-9030-4622-930D-990511B9FA5F}" dt="2026-02-13T05:53:36.376" v="5632"/>
          <ac:spMkLst>
            <pc:docMk/>
            <pc:sldMk cId="3017845031" sldId="258"/>
            <ac:spMk id="94" creationId="{96F5CB86-1355-4D36-FD48-5FDCE2543692}"/>
          </ac:spMkLst>
        </pc:spChg>
        <pc:grpChg chg="mod">
          <ac:chgData name="泰裕 中野" userId="42a347c8c87c92a9" providerId="LiveId" clId="{E0EE74F8-9030-4622-930D-990511B9FA5F}" dt="2026-02-12T22:34:10.380" v="2292" actId="1038"/>
          <ac:grpSpMkLst>
            <pc:docMk/>
            <pc:sldMk cId="3017845031" sldId="258"/>
            <ac:grpSpMk id="51" creationId="{B599CDB6-543E-CDD1-DBAA-4986903FB516}"/>
          </ac:grpSpMkLst>
        </pc:grpChg>
        <pc:cxnChg chg="add mod">
          <ac:chgData name="泰裕 中野" userId="42a347c8c87c92a9" providerId="LiveId" clId="{E0EE74F8-9030-4622-930D-990511B9FA5F}" dt="2026-02-13T00:01:02.575" v="3684" actId="208"/>
          <ac:cxnSpMkLst>
            <pc:docMk/>
            <pc:sldMk cId="3017845031" sldId="258"/>
            <ac:cxnSpMk id="32" creationId="{27F84712-4398-6618-C4D7-C8580D3B0EFF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F987E7-2819-4EEB-A29F-88C4A55FC259}" type="datetimeFigureOut">
              <a:rPr kumimoji="1" lang="ja-JP" altLang="en-US" smtClean="0"/>
              <a:t>2026/2/13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6EBAC2-3452-4B65-B374-B2CA463B16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7176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6EBAC2-3452-4B65-B374-B2CA463B1676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9933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6EBAC2-3452-4B65-B374-B2CA463B1676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7496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F2F76A-1452-1197-5C48-3B153B07D6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C3B5A32-6ADD-F89F-DCEE-C39E451F01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EA442E-C149-82F5-9895-304B6F519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E44B3-674E-4597-94CD-F5D00B4A2279}" type="datetimeFigureOut">
              <a:rPr kumimoji="1" lang="ja-JP" altLang="en-US" smtClean="0"/>
              <a:t>2026/2/13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7143FFE-6AAD-0D1E-3865-48CE449FB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EFEE03-387A-B5BD-F2D8-C5767D0EC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0289-7077-465B-A6E8-A912FDDF08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653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3516A1-FE53-16EE-C8CA-740BF50FA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1439B8B-2DCE-485C-C8F0-08A655D34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E37FC27-E858-767F-B31B-C57744D42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E44B3-674E-4597-94CD-F5D00B4A2279}" type="datetimeFigureOut">
              <a:rPr kumimoji="1" lang="ja-JP" altLang="en-US" smtClean="0"/>
              <a:t>2026/2/13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084AB0-CFAA-B6F6-E30D-AB1CD2870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E2D018-F552-8DDD-E8A1-20B8E7818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0289-7077-465B-A6E8-A912FDDF08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700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4E56CC-32A1-C097-A264-748DFBE17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39BB5F4-1A25-9E7A-AFD6-E390EB569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D3AF8B-A40B-D234-FC98-7F76D45FA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E44B3-674E-4597-94CD-F5D00B4A2279}" type="datetimeFigureOut">
              <a:rPr kumimoji="1" lang="ja-JP" altLang="en-US" smtClean="0"/>
              <a:t>2026/2/13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1D0A171-2DF8-6784-1033-C4E9B697E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CDC5B9-A0E6-EC95-57B5-1DD5C2E34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0289-7077-465B-A6E8-A912FDDF08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1044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9E8659-5EDC-D3C9-1941-87839F306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2870621-B960-8D13-A87C-CDAFFC2F79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F88A2A5-1CD1-FD30-2B57-A5FA61D07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CB32F83-132A-40BE-8F5A-0B66E7DDD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E44B3-674E-4597-94CD-F5D00B4A2279}" type="datetimeFigureOut">
              <a:rPr kumimoji="1" lang="ja-JP" altLang="en-US" smtClean="0"/>
              <a:t>2026/2/13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FBF7012-8A36-102B-EFF8-F3AC31869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7B96FF4-CC0D-C39E-A5D2-6E75AA86B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0289-7077-465B-A6E8-A912FDDF08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136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7ACC62-30F6-36B9-8C5A-2A570D39A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02DBE82-81E7-9897-FCD1-54135F666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688C788-5BD4-3252-8F3B-FB684E4B22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12D1895-C8D4-F32E-5393-9D55E62703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33F68A2-0DA8-D7D7-87FF-23E6A3C92D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311CAD8-B8D9-0CF6-2A16-A941B1A18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E44B3-674E-4597-94CD-F5D00B4A2279}" type="datetimeFigureOut">
              <a:rPr kumimoji="1" lang="ja-JP" altLang="en-US" smtClean="0"/>
              <a:t>2026/2/13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C1A14CA-F4B3-7E36-1E19-756931516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29330BB-CEFF-A7A5-E2CB-FDF4D2D60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0289-7077-465B-A6E8-A912FDDF08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1998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A362A1-B4EE-899D-ECB3-DAD65CF9E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A40268D-A383-D602-CA15-8F64DB9A5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E44B3-674E-4597-94CD-F5D00B4A2279}" type="datetimeFigureOut">
              <a:rPr kumimoji="1" lang="ja-JP" altLang="en-US" smtClean="0"/>
              <a:t>2026/2/13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D5F48EB-5824-2884-B488-C3DE0A16C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3E29704-BC8C-7B46-F745-7D2500946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0289-7077-465B-A6E8-A912FDDF08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2090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8C76B20-A7E8-9C56-86D8-06B70E5FA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E44B3-674E-4597-94CD-F5D00B4A2279}" type="datetimeFigureOut">
              <a:rPr kumimoji="1" lang="ja-JP" altLang="en-US" smtClean="0"/>
              <a:t>2026/2/13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0F7EB39-743A-7743-BBDE-1E2AFA279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A22F4D6-58EF-5419-4D01-F8C6996BF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0289-7077-465B-A6E8-A912FDDF08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6592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F4C075-0C0D-8070-8E55-5584161B3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3D4EEBE-7E21-A15C-E845-2A57004E7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C0C59E7-54CD-1696-9464-CFA67B64B7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9EC85FF-22C4-012F-83E0-14D4F5D44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E44B3-674E-4597-94CD-F5D00B4A2279}" type="datetimeFigureOut">
              <a:rPr kumimoji="1" lang="ja-JP" altLang="en-US" smtClean="0"/>
              <a:t>2026/2/13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948C318-BF42-9CFB-EC67-018CECB4A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B3B1D83-73F6-BBDA-E7C4-69F812F0B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0289-7077-465B-A6E8-A912FDDF08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7399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650C5E-341C-8A7A-7131-21379224D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A28A77A-39BF-AFB7-1480-E9F9FAAA85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A9AE370-56F0-35E2-7150-7240F0F9AA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4E32388-C38C-DB98-FC7A-4EF45D2F1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E44B3-674E-4597-94CD-F5D00B4A2279}" type="datetimeFigureOut">
              <a:rPr kumimoji="1" lang="ja-JP" altLang="en-US" smtClean="0"/>
              <a:t>2026/2/13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5D11058-8242-65A8-7A89-2FF77A982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295C189-7884-4B9B-97A9-D5D2544EA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0289-7077-465B-A6E8-A912FDDF08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1026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CE36F0-33FB-4B95-B94C-CEF94F5E4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B5470F9-98FF-FC65-C520-F384395AD5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CC31A9-F14C-C690-CAED-DDA1E9C54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E44B3-674E-4597-94CD-F5D00B4A2279}" type="datetimeFigureOut">
              <a:rPr kumimoji="1" lang="ja-JP" altLang="en-US" smtClean="0"/>
              <a:t>2026/2/13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BA3D627-39AA-39A6-A2CD-DBDE9042F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D75FA2-6CB3-6A24-9EFD-0441CA720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0289-7077-465B-A6E8-A912FDDF08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595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8CC7670-7D5C-11FC-57AC-C96E870F87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7BE54D0-8DCC-4E53-F515-C238D15E48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4564D4-636D-29B8-939A-2C9C89F10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E44B3-674E-4597-94CD-F5D00B4A2279}" type="datetimeFigureOut">
              <a:rPr kumimoji="1" lang="ja-JP" altLang="en-US" smtClean="0"/>
              <a:t>2026/2/13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A4A0AD1-A09F-78F0-BB16-6E3C436CD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8121BEB-2E98-2888-41CB-C948EC55D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0289-7077-465B-A6E8-A912FDDF08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4042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04B870E-5947-58F2-63CC-95C92DC83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DC16DE9-CA23-3A75-844C-EB7A2CF26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26E2B1-DCD5-09C2-85B6-CD46488D90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EE44B3-674E-4597-94CD-F5D00B4A2279}" type="datetimeFigureOut">
              <a:rPr kumimoji="1" lang="ja-JP" altLang="en-US" smtClean="0"/>
              <a:t>2026/2/13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723660-F503-B0A9-FFA3-89E3D033D9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ECB278-6F69-4CC7-EAA7-8F44306D82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130289-7077-465B-A6E8-A912FDDF08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7886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192.168.xxx.xxx:8081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63CF737-1705-0AB5-F8F5-78379F9A43F1}"/>
              </a:ext>
            </a:extLst>
          </p:cNvPr>
          <p:cNvSpPr txBox="1"/>
          <p:nvPr/>
        </p:nvSpPr>
        <p:spPr>
          <a:xfrm>
            <a:off x="1028060" y="887700"/>
            <a:ext cx="7914045" cy="43415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kumimoji="1" lang="ja-JP" altLang="en-US" dirty="0"/>
              <a:t>開発</a:t>
            </a:r>
            <a:r>
              <a:rPr kumimoji="1" lang="en-US" altLang="ja-JP" dirty="0"/>
              <a:t>PC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6A8AD26-9223-F568-D6E4-8370E607674C}"/>
              </a:ext>
            </a:extLst>
          </p:cNvPr>
          <p:cNvSpPr txBox="1"/>
          <p:nvPr/>
        </p:nvSpPr>
        <p:spPr>
          <a:xfrm>
            <a:off x="9144001" y="2317677"/>
            <a:ext cx="2670464" cy="29115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kumimoji="1" lang="ja-JP" altLang="en-US" dirty="0"/>
              <a:t>スマホ</a:t>
            </a:r>
            <a:endParaRPr kumimoji="1" lang="en-US" altLang="ja-JP" dirty="0"/>
          </a:p>
          <a:p>
            <a:r>
              <a:rPr lang="en-US" altLang="ja-JP" sz="1400" dirty="0"/>
              <a:t>(or</a:t>
            </a:r>
            <a:r>
              <a:rPr lang="ja-JP" altLang="en-US" sz="1400" dirty="0"/>
              <a:t> </a:t>
            </a:r>
            <a:r>
              <a:rPr kumimoji="1" lang="ja-JP" altLang="en-US" sz="1400" dirty="0"/>
              <a:t>エミュレーター</a:t>
            </a:r>
            <a:r>
              <a:rPr kumimoji="1" lang="en-US" altLang="ja-JP" sz="1400" dirty="0"/>
              <a:t>)</a:t>
            </a:r>
            <a:endParaRPr kumimoji="1" lang="ja-JP" altLang="en-US" sz="1400" dirty="0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B6203DA2-CB5D-C15B-A916-32FDC1E5D4C2}"/>
              </a:ext>
            </a:extLst>
          </p:cNvPr>
          <p:cNvSpPr/>
          <p:nvPr/>
        </p:nvSpPr>
        <p:spPr>
          <a:xfrm>
            <a:off x="1206074" y="4640753"/>
            <a:ext cx="4889925" cy="43861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OS(Windows/Linux/macOS)</a:t>
            </a:r>
            <a:endParaRPr kumimoji="1" lang="ja-JP" altLang="en-US" dirty="0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857B889F-0F76-985E-E16B-A5CA263A4E14}"/>
              </a:ext>
            </a:extLst>
          </p:cNvPr>
          <p:cNvSpPr/>
          <p:nvPr/>
        </p:nvSpPr>
        <p:spPr>
          <a:xfrm>
            <a:off x="1206075" y="4204173"/>
            <a:ext cx="4889925" cy="425532"/>
          </a:xfrm>
          <a:prstGeom prst="roundRect">
            <a:avLst>
              <a:gd name="adj" fmla="val 5924"/>
            </a:avLst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2000" dirty="0"/>
              <a:t>node.js</a:t>
            </a:r>
            <a:endParaRPr kumimoji="1" lang="ja-JP" altLang="en-US" sz="2000" dirty="0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BE6C604C-3F95-64A7-278C-A002828FED13}"/>
              </a:ext>
            </a:extLst>
          </p:cNvPr>
          <p:cNvSpPr/>
          <p:nvPr/>
        </p:nvSpPr>
        <p:spPr>
          <a:xfrm>
            <a:off x="1218740" y="3084313"/>
            <a:ext cx="4877259" cy="1094745"/>
          </a:xfrm>
          <a:prstGeom prst="roundRect">
            <a:avLst>
              <a:gd name="adj" fmla="val 5588"/>
            </a:avLst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dirty="0"/>
              <a:t>Expo</a:t>
            </a:r>
            <a:r>
              <a:rPr kumimoji="1" lang="ja-JP" altLang="en-US" dirty="0"/>
              <a:t> </a:t>
            </a:r>
            <a:r>
              <a:rPr kumimoji="1" lang="en-US" altLang="ja-JP" dirty="0"/>
              <a:t>CLI</a:t>
            </a:r>
            <a:endParaRPr kumimoji="1" lang="ja-JP" alt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7145A5E-0D6E-6823-4949-6E13A9EB2A95}"/>
              </a:ext>
            </a:extLst>
          </p:cNvPr>
          <p:cNvSpPr/>
          <p:nvPr/>
        </p:nvSpPr>
        <p:spPr>
          <a:xfrm>
            <a:off x="3651036" y="3446878"/>
            <a:ext cx="2196686" cy="60743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Metro Bundler</a:t>
            </a:r>
            <a:endParaRPr kumimoji="1" lang="ja-JP" altLang="en-US" dirty="0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745933F7-DC78-77E0-9E12-545B7A7D9B44}"/>
              </a:ext>
            </a:extLst>
          </p:cNvPr>
          <p:cNvSpPr/>
          <p:nvPr/>
        </p:nvSpPr>
        <p:spPr>
          <a:xfrm>
            <a:off x="9382991" y="4648519"/>
            <a:ext cx="2254826" cy="43861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Android</a:t>
            </a:r>
            <a:endParaRPr kumimoji="1" lang="ja-JP" altLang="en-US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7B64BF1-8EE1-ED0A-8711-CDBCAA5A7806}"/>
              </a:ext>
            </a:extLst>
          </p:cNvPr>
          <p:cNvSpPr/>
          <p:nvPr/>
        </p:nvSpPr>
        <p:spPr>
          <a:xfrm>
            <a:off x="9382990" y="3153119"/>
            <a:ext cx="2254825" cy="14876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kumimoji="1" lang="en-US" altLang="ja-JP" dirty="0"/>
              <a:t>Expo</a:t>
            </a:r>
            <a:r>
              <a:rPr kumimoji="1" lang="ja-JP" altLang="en-US" dirty="0"/>
              <a:t> </a:t>
            </a:r>
            <a:r>
              <a:rPr lang="en-US" altLang="ja-JP" dirty="0"/>
              <a:t>Go</a:t>
            </a:r>
            <a:r>
              <a:rPr lang="en-US" altLang="ja-JP" sz="1400" dirty="0"/>
              <a:t>(</a:t>
            </a:r>
            <a:r>
              <a:rPr lang="ja-JP" altLang="en-US" sz="1400" dirty="0"/>
              <a:t>のプロセス</a:t>
            </a:r>
            <a:r>
              <a:rPr lang="en-US" altLang="ja-JP" sz="1400" dirty="0"/>
              <a:t>)</a:t>
            </a:r>
            <a:endParaRPr kumimoji="1" lang="ja-JP" altLang="en-US" dirty="0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2235AB6-0486-7767-A6BF-C202F25BD769}"/>
              </a:ext>
            </a:extLst>
          </p:cNvPr>
          <p:cNvSpPr/>
          <p:nvPr/>
        </p:nvSpPr>
        <p:spPr>
          <a:xfrm>
            <a:off x="9598593" y="3604174"/>
            <a:ext cx="900379" cy="5472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/>
              <a:t>Hermes</a:t>
            </a:r>
            <a:r>
              <a:rPr kumimoji="1" lang="ja-JP" altLang="en-US" sz="1400" dirty="0"/>
              <a:t> </a:t>
            </a:r>
            <a:r>
              <a:rPr kumimoji="1" lang="en-US" altLang="ja-JP" sz="1400" dirty="0"/>
              <a:t>VM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725A2E7C-36BC-332B-892C-F4D6C4BCF37C}"/>
              </a:ext>
            </a:extLst>
          </p:cNvPr>
          <p:cNvSpPr txBox="1"/>
          <p:nvPr/>
        </p:nvSpPr>
        <p:spPr>
          <a:xfrm>
            <a:off x="6309331" y="3188552"/>
            <a:ext cx="26704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hlinkClick r:id="rId3"/>
              </a:rPr>
              <a:t>https://192.168.xxx.xxx:8081</a:t>
            </a:r>
            <a:r>
              <a:rPr kumimoji="1" lang="ja-JP" altLang="en-US" sz="1200" dirty="0"/>
              <a:t>で接続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46771E01-E144-CB29-ED6B-FD1A0F962639}"/>
              </a:ext>
            </a:extLst>
          </p:cNvPr>
          <p:cNvSpPr txBox="1"/>
          <p:nvPr/>
        </p:nvSpPr>
        <p:spPr>
          <a:xfrm>
            <a:off x="949400" y="378814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開発中</a:t>
            </a:r>
            <a:endParaRPr kumimoji="1" lang="ja-JP" altLang="en-US" sz="2400" dirty="0"/>
          </a:p>
        </p:txBody>
      </p:sp>
      <p:sp>
        <p:nvSpPr>
          <p:cNvPr id="32" name="四角形: メモ 31">
            <a:extLst>
              <a:ext uri="{FF2B5EF4-FFF2-40B4-BE49-F238E27FC236}">
                <a16:creationId xmlns:a16="http://schemas.microsoft.com/office/drawing/2014/main" id="{880D1FC7-6FCD-AD05-F8FA-D02EFB5560B3}"/>
              </a:ext>
            </a:extLst>
          </p:cNvPr>
          <p:cNvSpPr/>
          <p:nvPr/>
        </p:nvSpPr>
        <p:spPr>
          <a:xfrm>
            <a:off x="7279176" y="4056846"/>
            <a:ext cx="510887" cy="551980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/>
              <a:t>画像など</a:t>
            </a:r>
            <a:endParaRPr kumimoji="1" lang="en-US" altLang="ja-JP" sz="1200" dirty="0"/>
          </a:p>
        </p:txBody>
      </p:sp>
      <p:sp>
        <p:nvSpPr>
          <p:cNvPr id="34" name="四角形: メモ 33">
            <a:extLst>
              <a:ext uri="{FF2B5EF4-FFF2-40B4-BE49-F238E27FC236}">
                <a16:creationId xmlns:a16="http://schemas.microsoft.com/office/drawing/2014/main" id="{849A59FD-7F98-58C7-FE96-5A0E242DD6C5}"/>
              </a:ext>
            </a:extLst>
          </p:cNvPr>
          <p:cNvSpPr/>
          <p:nvPr/>
        </p:nvSpPr>
        <p:spPr>
          <a:xfrm>
            <a:off x="7378756" y="4131757"/>
            <a:ext cx="510887" cy="551980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/>
              <a:t>画像など</a:t>
            </a:r>
            <a:endParaRPr kumimoji="1" lang="en-US" altLang="ja-JP" sz="1200" dirty="0"/>
          </a:p>
        </p:txBody>
      </p:sp>
      <p:sp>
        <p:nvSpPr>
          <p:cNvPr id="35" name="四角形: メモ 34">
            <a:extLst>
              <a:ext uri="{FF2B5EF4-FFF2-40B4-BE49-F238E27FC236}">
                <a16:creationId xmlns:a16="http://schemas.microsoft.com/office/drawing/2014/main" id="{7995A7EC-E826-FBA5-C01F-02FDA7F181F3}"/>
              </a:ext>
            </a:extLst>
          </p:cNvPr>
          <p:cNvSpPr/>
          <p:nvPr/>
        </p:nvSpPr>
        <p:spPr>
          <a:xfrm>
            <a:off x="7478336" y="4205877"/>
            <a:ext cx="510887" cy="551980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/>
              <a:t>画像など</a:t>
            </a:r>
            <a:endParaRPr kumimoji="1" lang="en-US" altLang="ja-JP" sz="1200" dirty="0"/>
          </a:p>
        </p:txBody>
      </p:sp>
      <p:grpSp>
        <p:nvGrpSpPr>
          <p:cNvPr id="51" name="グループ化 50">
            <a:extLst>
              <a:ext uri="{FF2B5EF4-FFF2-40B4-BE49-F238E27FC236}">
                <a16:creationId xmlns:a16="http://schemas.microsoft.com/office/drawing/2014/main" id="{B599CDB6-543E-CDD1-DBAA-4986903FB516}"/>
              </a:ext>
            </a:extLst>
          </p:cNvPr>
          <p:cNvGrpSpPr/>
          <p:nvPr/>
        </p:nvGrpSpPr>
        <p:grpSpPr>
          <a:xfrm>
            <a:off x="4938978" y="887700"/>
            <a:ext cx="3960175" cy="2132084"/>
            <a:chOff x="1196507" y="812165"/>
            <a:chExt cx="3781549" cy="1895703"/>
          </a:xfrm>
        </p:grpSpPr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95D9CC4C-AC33-BE1D-A9B8-83A6B1C6185B}"/>
                </a:ext>
              </a:extLst>
            </p:cNvPr>
            <p:cNvSpPr txBox="1"/>
            <p:nvPr/>
          </p:nvSpPr>
          <p:spPr>
            <a:xfrm>
              <a:off x="1644707" y="1314535"/>
              <a:ext cx="382981" cy="2052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900" dirty="0" err="1"/>
                <a:t>src</a:t>
              </a:r>
              <a:r>
                <a:rPr lang="en-US" altLang="ja-JP" sz="900" dirty="0"/>
                <a:t>/</a:t>
              </a: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53AF7043-8A69-37BB-A7B0-115868A39BF8}"/>
                </a:ext>
              </a:extLst>
            </p:cNvPr>
            <p:cNvSpPr txBox="1"/>
            <p:nvPr/>
          </p:nvSpPr>
          <p:spPr>
            <a:xfrm>
              <a:off x="1196507" y="812165"/>
              <a:ext cx="615647" cy="2052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900" dirty="0"/>
                <a:t>my-app/</a:t>
              </a:r>
            </a:p>
          </p:txBody>
        </p:sp>
        <p:cxnSp>
          <p:nvCxnSpPr>
            <p:cNvPr id="8" name="コネクタ: カギ線 7">
              <a:extLst>
                <a:ext uri="{FF2B5EF4-FFF2-40B4-BE49-F238E27FC236}">
                  <a16:creationId xmlns:a16="http://schemas.microsoft.com/office/drawing/2014/main" id="{1CAA1999-3BD1-4FD4-0AC8-CB15F9CEB111}"/>
                </a:ext>
              </a:extLst>
            </p:cNvPr>
            <p:cNvCxnSpPr>
              <a:stCxn id="3" idx="2"/>
              <a:endCxn id="2" idx="1"/>
            </p:cNvCxnSpPr>
            <p:nvPr/>
          </p:nvCxnSpPr>
          <p:spPr>
            <a:xfrm rot="16200000" flipH="1">
              <a:off x="1374643" y="1147092"/>
              <a:ext cx="399750" cy="140376"/>
            </a:xfrm>
            <a:prstGeom prst="bentConnector2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9F0B6102-5DF5-FDFA-4AF9-33CBF6B649A0}"/>
                </a:ext>
              </a:extLst>
            </p:cNvPr>
            <p:cNvSpPr txBox="1"/>
            <p:nvPr/>
          </p:nvSpPr>
          <p:spPr>
            <a:xfrm>
              <a:off x="1644707" y="975081"/>
              <a:ext cx="499314" cy="2052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900" dirty="0"/>
                <a:t>.expo/</a:t>
              </a:r>
              <a:endParaRPr kumimoji="1" lang="ja-JP" altLang="en-US" sz="900" dirty="0"/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8974099F-48AF-15D5-0220-EF6F9937859F}"/>
                </a:ext>
              </a:extLst>
            </p:cNvPr>
            <p:cNvSpPr txBox="1"/>
            <p:nvPr/>
          </p:nvSpPr>
          <p:spPr>
            <a:xfrm>
              <a:off x="1644707" y="1144808"/>
              <a:ext cx="967708" cy="2052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900" dirty="0" err="1"/>
                <a:t>node_modules</a:t>
              </a:r>
              <a:r>
                <a:rPr lang="en-US" altLang="ja-JP" sz="900" dirty="0"/>
                <a:t>/</a:t>
              </a:r>
              <a:endParaRPr kumimoji="1" lang="ja-JP" altLang="en-US" sz="900" dirty="0"/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AC23AB08-9EEE-9F4A-33C1-C6416624A0A8}"/>
                </a:ext>
              </a:extLst>
            </p:cNvPr>
            <p:cNvSpPr txBox="1"/>
            <p:nvPr/>
          </p:nvSpPr>
          <p:spPr>
            <a:xfrm>
              <a:off x="1644707" y="1823716"/>
              <a:ext cx="384511" cy="2052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900" dirty="0"/>
                <a:t>.env</a:t>
              </a:r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07A66FC8-AB41-C028-35DB-0E08D298F566}"/>
                </a:ext>
              </a:extLst>
            </p:cNvPr>
            <p:cNvSpPr txBox="1"/>
            <p:nvPr/>
          </p:nvSpPr>
          <p:spPr>
            <a:xfrm>
              <a:off x="1644706" y="1484262"/>
              <a:ext cx="609524" cy="2052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900" dirty="0" err="1"/>
                <a:t>app.json</a:t>
              </a:r>
              <a:endParaRPr lang="en-US" altLang="ja-JP" sz="900" dirty="0"/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95D3C957-A412-6FD5-C27E-B4BD94A64C9C}"/>
                </a:ext>
              </a:extLst>
            </p:cNvPr>
            <p:cNvSpPr txBox="1"/>
            <p:nvPr/>
          </p:nvSpPr>
          <p:spPr>
            <a:xfrm>
              <a:off x="1644707" y="2332897"/>
              <a:ext cx="842191" cy="2052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900" dirty="0" err="1"/>
                <a:t>package.json</a:t>
              </a:r>
              <a:endParaRPr lang="en-US" altLang="ja-JP" sz="900" dirty="0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2881BA7E-828D-D2DC-6EB2-896247FBEBD3}"/>
                </a:ext>
              </a:extLst>
            </p:cNvPr>
            <p:cNvSpPr txBox="1"/>
            <p:nvPr/>
          </p:nvSpPr>
          <p:spPr>
            <a:xfrm>
              <a:off x="1644707" y="2163170"/>
              <a:ext cx="1094756" cy="2052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900" dirty="0"/>
                <a:t>package-</a:t>
              </a:r>
              <a:r>
                <a:rPr lang="en-US" altLang="ja-JP" sz="900" dirty="0" err="1"/>
                <a:t>lock.json</a:t>
              </a:r>
              <a:endParaRPr lang="en-US" altLang="ja-JP" sz="900" dirty="0"/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B1ACA55D-C47A-44E8-0745-6D2C6ECF0403}"/>
                </a:ext>
              </a:extLst>
            </p:cNvPr>
            <p:cNvSpPr txBox="1"/>
            <p:nvPr/>
          </p:nvSpPr>
          <p:spPr>
            <a:xfrm>
              <a:off x="1644707" y="1653989"/>
              <a:ext cx="912603" cy="2052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900" dirty="0"/>
                <a:t>babel.config.js</a:t>
              </a:r>
            </a:p>
          </p:txBody>
        </p:sp>
        <p:cxnSp>
          <p:nvCxnSpPr>
            <p:cNvPr id="25" name="コネクタ: カギ線 24">
              <a:extLst>
                <a:ext uri="{FF2B5EF4-FFF2-40B4-BE49-F238E27FC236}">
                  <a16:creationId xmlns:a16="http://schemas.microsoft.com/office/drawing/2014/main" id="{9D633067-A214-68E6-6146-C9E36067ABC5}"/>
                </a:ext>
              </a:extLst>
            </p:cNvPr>
            <p:cNvCxnSpPr>
              <a:cxnSpLocks/>
              <a:stCxn id="3" idx="2"/>
              <a:endCxn id="9" idx="1"/>
            </p:cNvCxnSpPr>
            <p:nvPr/>
          </p:nvCxnSpPr>
          <p:spPr>
            <a:xfrm rot="16200000" flipH="1">
              <a:off x="1544370" y="977364"/>
              <a:ext cx="60296" cy="140376"/>
            </a:xfrm>
            <a:prstGeom prst="bentConnector2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コネクタ: カギ線 26">
              <a:extLst>
                <a:ext uri="{FF2B5EF4-FFF2-40B4-BE49-F238E27FC236}">
                  <a16:creationId xmlns:a16="http://schemas.microsoft.com/office/drawing/2014/main" id="{4FBF2895-DD57-DA56-B546-0802E490AFF3}"/>
                </a:ext>
              </a:extLst>
            </p:cNvPr>
            <p:cNvCxnSpPr>
              <a:cxnSpLocks/>
              <a:stCxn id="3" idx="2"/>
              <a:endCxn id="16" idx="1"/>
            </p:cNvCxnSpPr>
            <p:nvPr/>
          </p:nvCxnSpPr>
          <p:spPr>
            <a:xfrm rot="16200000" flipH="1">
              <a:off x="1459507" y="1062227"/>
              <a:ext cx="230023" cy="140376"/>
            </a:xfrm>
            <a:prstGeom prst="bentConnector2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コネクタ: カギ線 27">
              <a:extLst>
                <a:ext uri="{FF2B5EF4-FFF2-40B4-BE49-F238E27FC236}">
                  <a16:creationId xmlns:a16="http://schemas.microsoft.com/office/drawing/2014/main" id="{575AFC35-12C1-28AB-4EE1-DDF828B0D79E}"/>
                </a:ext>
              </a:extLst>
            </p:cNvPr>
            <p:cNvCxnSpPr>
              <a:cxnSpLocks/>
              <a:stCxn id="3" idx="2"/>
              <a:endCxn id="18" idx="1"/>
            </p:cNvCxnSpPr>
            <p:nvPr/>
          </p:nvCxnSpPr>
          <p:spPr>
            <a:xfrm rot="16200000" flipH="1">
              <a:off x="1120053" y="1401682"/>
              <a:ext cx="908931" cy="140376"/>
            </a:xfrm>
            <a:prstGeom prst="bentConnector2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コネクタ: カギ線 28">
              <a:extLst>
                <a:ext uri="{FF2B5EF4-FFF2-40B4-BE49-F238E27FC236}">
                  <a16:creationId xmlns:a16="http://schemas.microsoft.com/office/drawing/2014/main" id="{49E008B3-57D3-2C15-0FD8-5EF82C42CF5E}"/>
                </a:ext>
              </a:extLst>
            </p:cNvPr>
            <p:cNvCxnSpPr>
              <a:cxnSpLocks/>
              <a:stCxn id="3" idx="2"/>
              <a:endCxn id="19" idx="1"/>
            </p:cNvCxnSpPr>
            <p:nvPr/>
          </p:nvCxnSpPr>
          <p:spPr>
            <a:xfrm rot="16200000" flipH="1">
              <a:off x="1289780" y="1231956"/>
              <a:ext cx="569477" cy="140375"/>
            </a:xfrm>
            <a:prstGeom prst="bentConnector2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コネクタ: カギ線 29">
              <a:extLst>
                <a:ext uri="{FF2B5EF4-FFF2-40B4-BE49-F238E27FC236}">
                  <a16:creationId xmlns:a16="http://schemas.microsoft.com/office/drawing/2014/main" id="{89558E8B-061A-4202-AB6B-ED06D0B897D4}"/>
                </a:ext>
              </a:extLst>
            </p:cNvPr>
            <p:cNvCxnSpPr>
              <a:cxnSpLocks/>
              <a:stCxn id="3" idx="2"/>
              <a:endCxn id="23" idx="1"/>
            </p:cNvCxnSpPr>
            <p:nvPr/>
          </p:nvCxnSpPr>
          <p:spPr>
            <a:xfrm rot="16200000" flipH="1">
              <a:off x="1204917" y="1316818"/>
              <a:ext cx="739204" cy="140376"/>
            </a:xfrm>
            <a:prstGeom prst="bentConnector2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コネクタ: カギ線 32">
              <a:extLst>
                <a:ext uri="{FF2B5EF4-FFF2-40B4-BE49-F238E27FC236}">
                  <a16:creationId xmlns:a16="http://schemas.microsoft.com/office/drawing/2014/main" id="{62D9B118-2596-D3FE-7B6A-18977BCEEC43}"/>
                </a:ext>
              </a:extLst>
            </p:cNvPr>
            <p:cNvCxnSpPr>
              <a:cxnSpLocks/>
              <a:stCxn id="3" idx="2"/>
              <a:endCxn id="22" idx="1"/>
            </p:cNvCxnSpPr>
            <p:nvPr/>
          </p:nvCxnSpPr>
          <p:spPr>
            <a:xfrm rot="16200000" flipH="1">
              <a:off x="950326" y="1571409"/>
              <a:ext cx="1248385" cy="140376"/>
            </a:xfrm>
            <a:prstGeom prst="bentConnector2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コネクタ: カギ線 35">
              <a:extLst>
                <a:ext uri="{FF2B5EF4-FFF2-40B4-BE49-F238E27FC236}">
                  <a16:creationId xmlns:a16="http://schemas.microsoft.com/office/drawing/2014/main" id="{95A08FDF-AE17-D480-4C07-9FAF2FA13BBA}"/>
                </a:ext>
              </a:extLst>
            </p:cNvPr>
            <p:cNvCxnSpPr>
              <a:cxnSpLocks/>
              <a:stCxn id="3" idx="2"/>
              <a:endCxn id="21" idx="1"/>
            </p:cNvCxnSpPr>
            <p:nvPr/>
          </p:nvCxnSpPr>
          <p:spPr>
            <a:xfrm rot="16200000" flipH="1">
              <a:off x="865462" y="1656272"/>
              <a:ext cx="1418112" cy="140376"/>
            </a:xfrm>
            <a:prstGeom prst="bentConnector2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7C9D720C-B634-CE54-1618-FDB9A2644E65}"/>
                </a:ext>
              </a:extLst>
            </p:cNvPr>
            <p:cNvSpPr txBox="1"/>
            <p:nvPr/>
          </p:nvSpPr>
          <p:spPr>
            <a:xfrm>
              <a:off x="1644707" y="1993443"/>
              <a:ext cx="927910" cy="2052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900" dirty="0"/>
                <a:t>metro.config.js</a:t>
              </a:r>
            </a:p>
          </p:txBody>
        </p:sp>
        <p:cxnSp>
          <p:nvCxnSpPr>
            <p:cNvPr id="38" name="コネクタ: カギ線 37">
              <a:extLst>
                <a:ext uri="{FF2B5EF4-FFF2-40B4-BE49-F238E27FC236}">
                  <a16:creationId xmlns:a16="http://schemas.microsoft.com/office/drawing/2014/main" id="{00655FE6-526D-7919-9BD2-0A6EF169004A}"/>
                </a:ext>
              </a:extLst>
            </p:cNvPr>
            <p:cNvCxnSpPr>
              <a:cxnSpLocks/>
              <a:stCxn id="3" idx="2"/>
              <a:endCxn id="37" idx="1"/>
            </p:cNvCxnSpPr>
            <p:nvPr/>
          </p:nvCxnSpPr>
          <p:spPr>
            <a:xfrm rot="16200000" flipH="1">
              <a:off x="1035190" y="1486545"/>
              <a:ext cx="1078658" cy="140376"/>
            </a:xfrm>
            <a:prstGeom prst="bentConnector2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55929DB6-B959-74EA-9ABF-FE3057E3CC37}"/>
                </a:ext>
              </a:extLst>
            </p:cNvPr>
            <p:cNvSpPr txBox="1"/>
            <p:nvPr/>
          </p:nvSpPr>
          <p:spPr>
            <a:xfrm>
              <a:off x="1644707" y="2502628"/>
              <a:ext cx="823823" cy="2052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900" dirty="0" err="1"/>
                <a:t>tsconfig.json</a:t>
              </a:r>
              <a:endParaRPr lang="en-US" altLang="ja-JP" sz="900" dirty="0"/>
            </a:p>
          </p:txBody>
        </p:sp>
        <p:cxnSp>
          <p:nvCxnSpPr>
            <p:cNvPr id="40" name="コネクタ: カギ線 39">
              <a:extLst>
                <a:ext uri="{FF2B5EF4-FFF2-40B4-BE49-F238E27FC236}">
                  <a16:creationId xmlns:a16="http://schemas.microsoft.com/office/drawing/2014/main" id="{F97B55E7-0A86-4045-0DC8-136760015E93}"/>
                </a:ext>
              </a:extLst>
            </p:cNvPr>
            <p:cNvCxnSpPr>
              <a:cxnSpLocks/>
              <a:stCxn id="3" idx="2"/>
              <a:endCxn id="39" idx="1"/>
            </p:cNvCxnSpPr>
            <p:nvPr/>
          </p:nvCxnSpPr>
          <p:spPr>
            <a:xfrm rot="16200000" flipH="1">
              <a:off x="780597" y="1741138"/>
              <a:ext cx="1587843" cy="140376"/>
            </a:xfrm>
            <a:prstGeom prst="bentConnector2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C2AFCDC9-67AF-413F-0CF0-EB5068FF4D76}"/>
                </a:ext>
              </a:extLst>
            </p:cNvPr>
            <p:cNvSpPr txBox="1"/>
            <p:nvPr/>
          </p:nvSpPr>
          <p:spPr>
            <a:xfrm>
              <a:off x="2540877" y="1839105"/>
              <a:ext cx="2437179" cy="1778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700" dirty="0"/>
                <a:t>環境毎に異なる設定値を記載</a:t>
              </a:r>
              <a:r>
                <a:rPr lang="en-US" altLang="ja-JP" sz="700" dirty="0"/>
                <a:t>(API</a:t>
              </a:r>
              <a:r>
                <a:rPr lang="ja-JP" altLang="en-US" sz="700" dirty="0"/>
                <a:t>キーやパスワードもここ</a:t>
              </a:r>
              <a:r>
                <a:rPr lang="en-US" altLang="ja-JP" sz="700" dirty="0"/>
                <a:t>)</a:t>
              </a:r>
              <a:endParaRPr kumimoji="1" lang="ja-JP" altLang="en-US" sz="700" dirty="0"/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F65ADC5E-8D79-2FC3-D4A2-86DEDE363022}"/>
                </a:ext>
              </a:extLst>
            </p:cNvPr>
            <p:cNvSpPr txBox="1"/>
            <p:nvPr/>
          </p:nvSpPr>
          <p:spPr>
            <a:xfrm>
              <a:off x="2540877" y="2178559"/>
              <a:ext cx="1376404" cy="1778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700" dirty="0"/>
                <a:t>インストール時に自動的に記録</a:t>
              </a:r>
            </a:p>
          </p:txBody>
        </p:sp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803D931C-4ADB-E18B-8E04-E72D51801B82}"/>
                </a:ext>
              </a:extLst>
            </p:cNvPr>
            <p:cNvSpPr txBox="1"/>
            <p:nvPr/>
          </p:nvSpPr>
          <p:spPr>
            <a:xfrm>
              <a:off x="2540877" y="2008832"/>
              <a:ext cx="2291762" cy="1778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700" dirty="0" err="1"/>
                <a:t>Js</a:t>
              </a:r>
              <a:r>
                <a:rPr lang="ja-JP" altLang="en-US" sz="700" dirty="0"/>
                <a:t>を一つにまとめるルールを記載</a:t>
              </a:r>
              <a:r>
                <a:rPr lang="en-US" altLang="ja-JP" sz="700" dirty="0"/>
                <a:t>(</a:t>
              </a:r>
              <a:r>
                <a:rPr lang="ja-JP" altLang="en-US" sz="700" dirty="0"/>
                <a:t>多くの場合編集不要</a:t>
              </a:r>
              <a:r>
                <a:rPr lang="en-US" altLang="ja-JP" sz="700" dirty="0"/>
                <a:t>)</a:t>
              </a:r>
              <a:endParaRPr kumimoji="1" lang="ja-JP" altLang="en-US" sz="700" dirty="0"/>
            </a:p>
          </p:txBody>
        </p:sp>
        <p:sp>
          <p:nvSpPr>
            <p:cNvPr id="44" name="テキスト ボックス 43">
              <a:extLst>
                <a:ext uri="{FF2B5EF4-FFF2-40B4-BE49-F238E27FC236}">
                  <a16:creationId xmlns:a16="http://schemas.microsoft.com/office/drawing/2014/main" id="{A0B92DC0-4413-F6DA-5807-B06EA03C7BC2}"/>
                </a:ext>
              </a:extLst>
            </p:cNvPr>
            <p:cNvSpPr txBox="1"/>
            <p:nvPr/>
          </p:nvSpPr>
          <p:spPr>
            <a:xfrm>
              <a:off x="2540877" y="2348286"/>
              <a:ext cx="1589172" cy="1778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700" dirty="0"/>
                <a:t>公開情報を記載</a:t>
              </a:r>
              <a:r>
                <a:rPr kumimoji="1" lang="en-US" altLang="ja-JP" sz="700" dirty="0"/>
                <a:t>/</a:t>
              </a:r>
              <a:r>
                <a:rPr lang="ja-JP" altLang="en-US" sz="700" dirty="0"/>
                <a:t>デフォルト起動情報</a:t>
              </a:r>
              <a:endParaRPr kumimoji="1" lang="ja-JP" altLang="en-US" sz="700" dirty="0"/>
            </a:p>
          </p:txBody>
        </p:sp>
        <p:sp>
          <p:nvSpPr>
            <p:cNvPr id="45" name="テキスト ボックス 44">
              <a:extLst>
                <a:ext uri="{FF2B5EF4-FFF2-40B4-BE49-F238E27FC236}">
                  <a16:creationId xmlns:a16="http://schemas.microsoft.com/office/drawing/2014/main" id="{1A1FAC89-5767-549D-EAE6-2CF28C7302D9}"/>
                </a:ext>
              </a:extLst>
            </p:cNvPr>
            <p:cNvSpPr txBox="1"/>
            <p:nvPr/>
          </p:nvSpPr>
          <p:spPr>
            <a:xfrm>
              <a:off x="2540877" y="2518017"/>
              <a:ext cx="947808" cy="1778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700" dirty="0"/>
                <a:t>多くの場合編集不要</a:t>
              </a:r>
            </a:p>
          </p:txBody>
        </p:sp>
        <p:sp>
          <p:nvSpPr>
            <p:cNvPr id="46" name="テキスト ボックス 45">
              <a:extLst>
                <a:ext uri="{FF2B5EF4-FFF2-40B4-BE49-F238E27FC236}">
                  <a16:creationId xmlns:a16="http://schemas.microsoft.com/office/drawing/2014/main" id="{5590153F-1FF6-295A-4337-1E4802753EBC}"/>
                </a:ext>
              </a:extLst>
            </p:cNvPr>
            <p:cNvSpPr txBox="1"/>
            <p:nvPr/>
          </p:nvSpPr>
          <p:spPr>
            <a:xfrm>
              <a:off x="2540877" y="1669378"/>
              <a:ext cx="1682544" cy="1778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700" dirty="0" err="1"/>
                <a:t>js</a:t>
              </a:r>
              <a:r>
                <a:rPr lang="ja-JP" altLang="en-US" sz="700" dirty="0"/>
                <a:t>への変換ルール</a:t>
              </a:r>
              <a:r>
                <a:rPr lang="en-US" altLang="ja-JP" sz="700" dirty="0"/>
                <a:t>(</a:t>
              </a:r>
              <a:r>
                <a:rPr lang="ja-JP" altLang="en-US" sz="700" dirty="0"/>
                <a:t>多くの場合編集不要</a:t>
              </a:r>
              <a:r>
                <a:rPr lang="en-US" altLang="ja-JP" sz="700" dirty="0"/>
                <a:t>)</a:t>
              </a:r>
              <a:endParaRPr kumimoji="1" lang="ja-JP" altLang="en-US" sz="700" dirty="0"/>
            </a:p>
          </p:txBody>
        </p:sp>
        <p:sp>
          <p:nvSpPr>
            <p:cNvPr id="47" name="テキスト ボックス 46">
              <a:extLst>
                <a:ext uri="{FF2B5EF4-FFF2-40B4-BE49-F238E27FC236}">
                  <a16:creationId xmlns:a16="http://schemas.microsoft.com/office/drawing/2014/main" id="{90AA0AC2-DCC7-2EEB-ADF7-E9353FC5F3DC}"/>
                </a:ext>
              </a:extLst>
            </p:cNvPr>
            <p:cNvSpPr txBox="1"/>
            <p:nvPr/>
          </p:nvSpPr>
          <p:spPr>
            <a:xfrm>
              <a:off x="2540877" y="1160197"/>
              <a:ext cx="1896841" cy="1778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700" dirty="0" err="1"/>
                <a:t>npm</a:t>
              </a:r>
              <a:r>
                <a:rPr kumimoji="1" lang="ja-JP" altLang="en-US" sz="700" dirty="0"/>
                <a:t> </a:t>
              </a:r>
              <a:r>
                <a:rPr kumimoji="1" lang="en-US" altLang="ja-JP" sz="700" dirty="0"/>
                <a:t>install</a:t>
              </a:r>
              <a:r>
                <a:rPr kumimoji="1" lang="ja-JP" altLang="en-US" sz="700" dirty="0"/>
                <a:t>で入れたライブラリの実態が入る</a:t>
              </a:r>
            </a:p>
          </p:txBody>
        </p:sp>
        <p:sp>
          <p:nvSpPr>
            <p:cNvPr id="48" name="テキスト ボックス 47">
              <a:extLst>
                <a:ext uri="{FF2B5EF4-FFF2-40B4-BE49-F238E27FC236}">
                  <a16:creationId xmlns:a16="http://schemas.microsoft.com/office/drawing/2014/main" id="{464181EF-2524-8E75-BE41-F47029F06046}"/>
                </a:ext>
              </a:extLst>
            </p:cNvPr>
            <p:cNvSpPr txBox="1"/>
            <p:nvPr/>
          </p:nvSpPr>
          <p:spPr>
            <a:xfrm>
              <a:off x="2540877" y="1329924"/>
              <a:ext cx="2405033" cy="1778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700" dirty="0"/>
                <a:t>ユーザ自身が開発したソースや画像・フォントなどが入る</a:t>
              </a:r>
              <a:endParaRPr kumimoji="1" lang="ja-JP" altLang="en-US" sz="700" dirty="0"/>
            </a:p>
          </p:txBody>
        </p:sp>
        <p:sp>
          <p:nvSpPr>
            <p:cNvPr id="49" name="テキスト ボックス 48">
              <a:extLst>
                <a:ext uri="{FF2B5EF4-FFF2-40B4-BE49-F238E27FC236}">
                  <a16:creationId xmlns:a16="http://schemas.microsoft.com/office/drawing/2014/main" id="{4C476462-DF8E-2FC2-BF1A-26AE437E7844}"/>
                </a:ext>
              </a:extLst>
            </p:cNvPr>
            <p:cNvSpPr txBox="1"/>
            <p:nvPr/>
          </p:nvSpPr>
          <p:spPr>
            <a:xfrm>
              <a:off x="2540877" y="1499651"/>
              <a:ext cx="1462123" cy="1778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700" dirty="0"/>
                <a:t>App Store</a:t>
              </a:r>
              <a:r>
                <a:rPr lang="ja-JP" altLang="en-US" sz="700" dirty="0"/>
                <a:t>や</a:t>
              </a:r>
              <a:r>
                <a:rPr lang="en-US" altLang="ja-JP" sz="700" dirty="0"/>
                <a:t>Google Play</a:t>
              </a:r>
              <a:r>
                <a:rPr lang="ja-JP" altLang="en-US" sz="700" dirty="0"/>
                <a:t>用の情報</a:t>
              </a:r>
              <a:endParaRPr kumimoji="1" lang="ja-JP" altLang="en-US" sz="700" dirty="0"/>
            </a:p>
          </p:txBody>
        </p:sp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CA840EB5-4F0F-584C-B4D5-EEEB3C022088}"/>
                </a:ext>
              </a:extLst>
            </p:cNvPr>
            <p:cNvSpPr txBox="1"/>
            <p:nvPr/>
          </p:nvSpPr>
          <p:spPr>
            <a:xfrm>
              <a:off x="2540877" y="990470"/>
              <a:ext cx="1396304" cy="1778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700" dirty="0"/>
                <a:t>Expo</a:t>
              </a:r>
              <a:r>
                <a:rPr lang="ja-JP" altLang="en-US" sz="700" dirty="0"/>
                <a:t>が使うワークディレクトリ</a:t>
              </a:r>
              <a:endParaRPr kumimoji="1" lang="ja-JP" altLang="en-US" sz="700" dirty="0"/>
            </a:p>
          </p:txBody>
        </p:sp>
      </p:grp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D44960BE-66B0-748F-6858-16508293C7FC}"/>
              </a:ext>
            </a:extLst>
          </p:cNvPr>
          <p:cNvSpPr/>
          <p:nvPr/>
        </p:nvSpPr>
        <p:spPr>
          <a:xfrm>
            <a:off x="5158934" y="1265997"/>
            <a:ext cx="3702870" cy="387428"/>
          </a:xfrm>
          <a:prstGeom prst="rect">
            <a:avLst/>
          </a:prstGeom>
          <a:noFill/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矢印: 折線 52">
            <a:extLst>
              <a:ext uri="{FF2B5EF4-FFF2-40B4-BE49-F238E27FC236}">
                <a16:creationId xmlns:a16="http://schemas.microsoft.com/office/drawing/2014/main" id="{7BFEE937-4F8F-9F7E-78CB-9AF79ED9F82D}"/>
              </a:ext>
            </a:extLst>
          </p:cNvPr>
          <p:cNvSpPr/>
          <p:nvPr/>
        </p:nvSpPr>
        <p:spPr>
          <a:xfrm rot="16200000" flipH="1">
            <a:off x="3689422" y="2018428"/>
            <a:ext cx="1994166" cy="862737"/>
          </a:xfrm>
          <a:prstGeom prst="bentArrow">
            <a:avLst>
              <a:gd name="adj1" fmla="val 14165"/>
              <a:gd name="adj2" fmla="val 17587"/>
              <a:gd name="adj3" fmla="val 19868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4" name="矢印: 右 53">
            <a:extLst>
              <a:ext uri="{FF2B5EF4-FFF2-40B4-BE49-F238E27FC236}">
                <a16:creationId xmlns:a16="http://schemas.microsoft.com/office/drawing/2014/main" id="{B92568A2-460E-DAF7-8E6E-E03A3963F563}"/>
              </a:ext>
            </a:extLst>
          </p:cNvPr>
          <p:cNvSpPr/>
          <p:nvPr/>
        </p:nvSpPr>
        <p:spPr>
          <a:xfrm>
            <a:off x="5847722" y="3719924"/>
            <a:ext cx="3535269" cy="2315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四角形: メモ 30">
            <a:extLst>
              <a:ext uri="{FF2B5EF4-FFF2-40B4-BE49-F238E27FC236}">
                <a16:creationId xmlns:a16="http://schemas.microsoft.com/office/drawing/2014/main" id="{74E38BA1-A360-EEDA-5575-30691CE1B3AE}"/>
              </a:ext>
            </a:extLst>
          </p:cNvPr>
          <p:cNvSpPr/>
          <p:nvPr/>
        </p:nvSpPr>
        <p:spPr>
          <a:xfrm>
            <a:off x="6610423" y="3719924"/>
            <a:ext cx="922986" cy="786040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/>
              <a:t>まとめられた</a:t>
            </a:r>
            <a:r>
              <a:rPr kumimoji="1" lang="en-US" altLang="ja-JP" sz="1200" dirty="0"/>
              <a:t>1</a:t>
            </a:r>
            <a:r>
              <a:rPr kumimoji="1" lang="ja-JP" altLang="en-US" sz="1200" dirty="0"/>
              <a:t>つの</a:t>
            </a:r>
            <a:r>
              <a:rPr kumimoji="1" lang="en-US" altLang="ja-JP" sz="1200" dirty="0" err="1"/>
              <a:t>js</a:t>
            </a:r>
            <a:r>
              <a:rPr kumimoji="1" lang="ja-JP" altLang="en-US" sz="1200" dirty="0"/>
              <a:t>ファイル</a:t>
            </a:r>
            <a:endParaRPr kumimoji="1" lang="en-US" altLang="ja-JP" sz="1200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A98EC27-53C7-3243-F440-B7D0B9F3F330}"/>
              </a:ext>
            </a:extLst>
          </p:cNvPr>
          <p:cNvSpPr/>
          <p:nvPr/>
        </p:nvSpPr>
        <p:spPr>
          <a:xfrm>
            <a:off x="5158934" y="2235488"/>
            <a:ext cx="3702870" cy="180648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6462392-9BA4-DBB8-62C1-E8EC813EC4DE}"/>
              </a:ext>
            </a:extLst>
          </p:cNvPr>
          <p:cNvSpPr/>
          <p:nvPr/>
        </p:nvSpPr>
        <p:spPr>
          <a:xfrm>
            <a:off x="5158934" y="1671787"/>
            <a:ext cx="3702870" cy="355551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66EBDD7-3FEB-875B-B73B-D3FDDAC8AC59}"/>
              </a:ext>
            </a:extLst>
          </p:cNvPr>
          <p:cNvSpPr txBox="1"/>
          <p:nvPr/>
        </p:nvSpPr>
        <p:spPr>
          <a:xfrm>
            <a:off x="949400" y="5394248"/>
            <a:ext cx="10794925" cy="3385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ja-JP" sz="1400" dirty="0"/>
              <a:t>Metro</a:t>
            </a:r>
            <a:r>
              <a:rPr lang="ja-JP" altLang="en-US" sz="1400" dirty="0"/>
              <a:t>（</a:t>
            </a:r>
            <a:r>
              <a:rPr lang="en-US" altLang="ja-JP" sz="1400" dirty="0"/>
              <a:t>Metro Bundler</a:t>
            </a:r>
            <a:r>
              <a:rPr lang="ja-JP" altLang="en-US" sz="1400" dirty="0"/>
              <a:t>）は </a:t>
            </a:r>
            <a:r>
              <a:rPr lang="en-US" altLang="ja-JP" sz="1400" dirty="0"/>
              <a:t>Expo CLI </a:t>
            </a:r>
            <a:r>
              <a:rPr lang="ja-JP" altLang="en-US" sz="1400" dirty="0"/>
              <a:t>から呼び出され、各種設定ファイルを参照しながら </a:t>
            </a:r>
            <a:r>
              <a:rPr lang="en-US" altLang="ja-JP" sz="1400" dirty="0" err="1"/>
              <a:t>src</a:t>
            </a:r>
            <a:r>
              <a:rPr lang="en-US" altLang="ja-JP" sz="1400" dirty="0"/>
              <a:t> </a:t>
            </a:r>
            <a:r>
              <a:rPr lang="ja-JP" altLang="en-US" sz="1400" dirty="0"/>
              <a:t>ディレクトリのコードを解析します。</a:t>
            </a:r>
            <a:r>
              <a:rPr lang="en-US" altLang="ja-JP" sz="1400" dirty="0"/>
              <a:t>TypeScript </a:t>
            </a:r>
            <a:r>
              <a:rPr lang="ja-JP" altLang="en-US" sz="1400" dirty="0"/>
              <a:t>を </a:t>
            </a:r>
            <a:r>
              <a:rPr lang="en-US" altLang="ja-JP" sz="1400" dirty="0"/>
              <a:t>JavaScript </a:t>
            </a:r>
            <a:r>
              <a:rPr lang="ja-JP" altLang="en-US" sz="1400" dirty="0"/>
              <a:t>にトランスパイルし、さらに </a:t>
            </a:r>
            <a:r>
              <a:rPr lang="en-US" altLang="ja-JP" sz="1400" dirty="0" err="1"/>
              <a:t>node_modules</a:t>
            </a:r>
            <a:r>
              <a:rPr lang="en-US" altLang="ja-JP" sz="1400" dirty="0"/>
              <a:t> </a:t>
            </a:r>
            <a:r>
              <a:rPr lang="ja-JP" altLang="en-US" sz="1400" dirty="0"/>
              <a:t>内の依存ライブラリを解決した上で単一の </a:t>
            </a:r>
            <a:r>
              <a:rPr lang="en-US" altLang="ja-JP" sz="1400" dirty="0"/>
              <a:t>JavaScript </a:t>
            </a:r>
            <a:r>
              <a:rPr lang="ja-JP" altLang="en-US" sz="1400" dirty="0"/>
              <a:t>バンドルを生成します。</a:t>
            </a:r>
            <a:endParaRPr lang="en-US" altLang="ja-JP" sz="1400" dirty="0"/>
          </a:p>
          <a:p>
            <a:r>
              <a:rPr lang="ja-JP" altLang="en-US" sz="1400" dirty="0"/>
              <a:t>生成されたバンドルファイルは、参照されている画像などのアセットと共に </a:t>
            </a:r>
            <a:r>
              <a:rPr lang="en-US" altLang="ja-JP" sz="1400" dirty="0"/>
              <a:t>Expo Go </a:t>
            </a:r>
            <a:r>
              <a:rPr lang="ja-JP" altLang="en-US" sz="1400" dirty="0"/>
              <a:t>へ配信され、</a:t>
            </a:r>
            <a:r>
              <a:rPr lang="en-US" altLang="ja-JP" sz="1400" dirty="0"/>
              <a:t>Hermes VM </a:t>
            </a:r>
            <a:r>
              <a:rPr lang="ja-JP" altLang="en-US" sz="1400" dirty="0"/>
              <a:t>によって解釈・実行されます。</a:t>
            </a:r>
            <a:endParaRPr lang="en-US" altLang="ja-JP" sz="1400" dirty="0"/>
          </a:p>
          <a:p>
            <a:r>
              <a:rPr lang="en-US" altLang="ja-JP" sz="1400" dirty="0"/>
              <a:t>Expo CLI </a:t>
            </a:r>
            <a:r>
              <a:rPr lang="ja-JP" altLang="en-US" sz="1400" dirty="0"/>
              <a:t>はソースコードの変更を監視しており、変更を検知するたびにバンドルを再生成して </a:t>
            </a:r>
            <a:r>
              <a:rPr lang="en-US" altLang="ja-JP" sz="1400" dirty="0"/>
              <a:t>Expo Go </a:t>
            </a:r>
            <a:r>
              <a:rPr lang="ja-JP" altLang="en-US" sz="1400" dirty="0"/>
              <a:t>に送り直すことで、高速な反映（</a:t>
            </a:r>
            <a:r>
              <a:rPr lang="en-US" altLang="ja-JP" sz="1400" dirty="0"/>
              <a:t>Fast Refresh</a:t>
            </a:r>
            <a:r>
              <a:rPr lang="ja-JP" altLang="en-US" sz="1400" dirty="0"/>
              <a:t>）を実現しています。</a:t>
            </a:r>
            <a:endParaRPr kumimoji="1" lang="ja-JP" altLang="en-US" sz="1400" dirty="0"/>
          </a:p>
        </p:txBody>
      </p: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2BBB8B8A-609F-894B-B684-557449DE9D31}"/>
              </a:ext>
            </a:extLst>
          </p:cNvPr>
          <p:cNvCxnSpPr/>
          <p:nvPr/>
        </p:nvCxnSpPr>
        <p:spPr>
          <a:xfrm flipH="1">
            <a:off x="6095999" y="3446878"/>
            <a:ext cx="32869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四角形: 角を丸くする 58">
            <a:extLst>
              <a:ext uri="{FF2B5EF4-FFF2-40B4-BE49-F238E27FC236}">
                <a16:creationId xmlns:a16="http://schemas.microsoft.com/office/drawing/2014/main" id="{53DC8149-2532-7FDC-64AD-C3C540EA2507}"/>
              </a:ext>
            </a:extLst>
          </p:cNvPr>
          <p:cNvSpPr/>
          <p:nvPr/>
        </p:nvSpPr>
        <p:spPr>
          <a:xfrm>
            <a:off x="9371560" y="4255759"/>
            <a:ext cx="2254825" cy="384994"/>
          </a:xfrm>
          <a:prstGeom prst="roundRect">
            <a:avLst>
              <a:gd name="adj" fmla="val 8868"/>
            </a:avLst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1600" dirty="0"/>
              <a:t>Java/ART</a:t>
            </a:r>
            <a:endParaRPr kumimoji="1" lang="ja-JP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213315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B718DBB7-B6BA-EFF5-B56D-44399762B6F9}"/>
              </a:ext>
            </a:extLst>
          </p:cNvPr>
          <p:cNvSpPr/>
          <p:nvPr/>
        </p:nvSpPr>
        <p:spPr>
          <a:xfrm>
            <a:off x="9211541" y="3490313"/>
            <a:ext cx="2254825" cy="14876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ja-JP" sz="1400" dirty="0"/>
              <a:t>my-app</a:t>
            </a:r>
            <a:r>
              <a:rPr lang="ja-JP" altLang="en-US" sz="1400" dirty="0"/>
              <a:t>のプロセス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63CF737-1705-0AB5-F8F5-78379F9A43F1}"/>
              </a:ext>
            </a:extLst>
          </p:cNvPr>
          <p:cNvSpPr txBox="1"/>
          <p:nvPr/>
        </p:nvSpPr>
        <p:spPr>
          <a:xfrm>
            <a:off x="899361" y="4060119"/>
            <a:ext cx="7821728" cy="18334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kumimoji="1" lang="en-US" altLang="ja-JP" dirty="0"/>
              <a:t>Expo Server</a:t>
            </a:r>
          </a:p>
          <a:p>
            <a:r>
              <a:rPr lang="en-US" altLang="ja-JP" sz="1400" dirty="0"/>
              <a:t>(</a:t>
            </a:r>
            <a:r>
              <a:rPr lang="ja-JP" altLang="en-US" sz="1400" dirty="0"/>
              <a:t>クラウド</a:t>
            </a:r>
            <a:r>
              <a:rPr lang="en-US" altLang="ja-JP" sz="1400" dirty="0"/>
              <a:t>)</a:t>
            </a:r>
            <a:endParaRPr kumimoji="1" lang="ja-JP" altLang="en-US" dirty="0"/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F084D373-740B-0C44-13E3-6BE8BF1C465F}"/>
              </a:ext>
            </a:extLst>
          </p:cNvPr>
          <p:cNvSpPr txBox="1"/>
          <p:nvPr/>
        </p:nvSpPr>
        <p:spPr>
          <a:xfrm>
            <a:off x="899360" y="632034"/>
            <a:ext cx="7821729" cy="33004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kumimoji="1" lang="ja-JP" altLang="en-US" dirty="0"/>
              <a:t>開発</a:t>
            </a:r>
            <a:r>
              <a:rPr kumimoji="1" lang="en-US" altLang="ja-JP" dirty="0"/>
              <a:t>PC</a:t>
            </a:r>
            <a:endParaRPr kumimoji="1" lang="ja-JP" altLang="en-US" dirty="0"/>
          </a:p>
        </p:txBody>
      </p:sp>
      <p:sp>
        <p:nvSpPr>
          <p:cNvPr id="78" name="四角形: 角を丸くする 77">
            <a:extLst>
              <a:ext uri="{FF2B5EF4-FFF2-40B4-BE49-F238E27FC236}">
                <a16:creationId xmlns:a16="http://schemas.microsoft.com/office/drawing/2014/main" id="{05DADBCA-6F1E-4517-65F3-C9AE408CFDB4}"/>
              </a:ext>
            </a:extLst>
          </p:cNvPr>
          <p:cNvSpPr/>
          <p:nvPr/>
        </p:nvSpPr>
        <p:spPr>
          <a:xfrm>
            <a:off x="2229600" y="5120516"/>
            <a:ext cx="793743" cy="253581"/>
          </a:xfrm>
          <a:prstGeom prst="roundRect">
            <a:avLst>
              <a:gd name="adj" fmla="val 5924"/>
            </a:avLst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1200" dirty="0"/>
              <a:t>node.js</a:t>
            </a:r>
            <a:endParaRPr kumimoji="1" lang="ja-JP" altLang="en-US" sz="12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6A8AD26-9223-F568-D6E4-8370E607674C}"/>
              </a:ext>
            </a:extLst>
          </p:cNvPr>
          <p:cNvSpPr txBox="1"/>
          <p:nvPr/>
        </p:nvSpPr>
        <p:spPr>
          <a:xfrm>
            <a:off x="8979815" y="2345725"/>
            <a:ext cx="2670464" cy="3547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kumimoji="1" lang="ja-JP" altLang="en-US" dirty="0"/>
              <a:t>スマホ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7145A5E-0D6E-6823-4949-6E13A9EB2A95}"/>
              </a:ext>
            </a:extLst>
          </p:cNvPr>
          <p:cNvSpPr/>
          <p:nvPr/>
        </p:nvSpPr>
        <p:spPr>
          <a:xfrm>
            <a:off x="2227890" y="4617316"/>
            <a:ext cx="788471" cy="48698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Metro</a:t>
            </a:r>
          </a:p>
          <a:p>
            <a:pPr algn="ctr"/>
            <a:r>
              <a:rPr lang="en-US" altLang="ja-JP" sz="1200" dirty="0"/>
              <a:t>Builder</a:t>
            </a:r>
            <a:endParaRPr kumimoji="1" lang="ja-JP" altLang="en-US" sz="1200" dirty="0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745933F7-DC78-77E0-9E12-545B7A7D9B44}"/>
              </a:ext>
            </a:extLst>
          </p:cNvPr>
          <p:cNvSpPr/>
          <p:nvPr/>
        </p:nvSpPr>
        <p:spPr>
          <a:xfrm>
            <a:off x="9220641" y="5290495"/>
            <a:ext cx="2245726" cy="310984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Android OS</a:t>
            </a:r>
            <a:endParaRPr kumimoji="1" lang="ja-JP" altLang="en-US" sz="160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46771E01-E144-CB29-ED6B-FD1A0F962639}"/>
              </a:ext>
            </a:extLst>
          </p:cNvPr>
          <p:cNvSpPr txBox="1"/>
          <p:nvPr/>
        </p:nvSpPr>
        <p:spPr>
          <a:xfrm>
            <a:off x="777950" y="15973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本番移行</a:t>
            </a:r>
          </a:p>
        </p:txBody>
      </p:sp>
      <p:grpSp>
        <p:nvGrpSpPr>
          <p:cNvPr id="51" name="グループ化 50">
            <a:extLst>
              <a:ext uri="{FF2B5EF4-FFF2-40B4-BE49-F238E27FC236}">
                <a16:creationId xmlns:a16="http://schemas.microsoft.com/office/drawing/2014/main" id="{B599CDB6-543E-CDD1-DBAA-4986903FB516}"/>
              </a:ext>
            </a:extLst>
          </p:cNvPr>
          <p:cNvGrpSpPr/>
          <p:nvPr/>
        </p:nvGrpSpPr>
        <p:grpSpPr>
          <a:xfrm>
            <a:off x="2755142" y="762163"/>
            <a:ext cx="3960175" cy="2132084"/>
            <a:chOff x="1196507" y="812165"/>
            <a:chExt cx="3781549" cy="1895703"/>
          </a:xfrm>
        </p:grpSpPr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95D9CC4C-AC33-BE1D-A9B8-83A6B1C6185B}"/>
                </a:ext>
              </a:extLst>
            </p:cNvPr>
            <p:cNvSpPr txBox="1"/>
            <p:nvPr/>
          </p:nvSpPr>
          <p:spPr>
            <a:xfrm>
              <a:off x="1644707" y="1314535"/>
              <a:ext cx="382981" cy="2052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900" dirty="0" err="1"/>
                <a:t>src</a:t>
              </a:r>
              <a:r>
                <a:rPr lang="en-US" altLang="ja-JP" sz="900" dirty="0"/>
                <a:t>/</a:t>
              </a: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53AF7043-8A69-37BB-A7B0-115868A39BF8}"/>
                </a:ext>
              </a:extLst>
            </p:cNvPr>
            <p:cNvSpPr txBox="1"/>
            <p:nvPr/>
          </p:nvSpPr>
          <p:spPr>
            <a:xfrm>
              <a:off x="1196507" y="812165"/>
              <a:ext cx="615647" cy="2052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900" dirty="0"/>
                <a:t>my-app/</a:t>
              </a:r>
            </a:p>
          </p:txBody>
        </p:sp>
        <p:cxnSp>
          <p:nvCxnSpPr>
            <p:cNvPr id="8" name="コネクタ: カギ線 7">
              <a:extLst>
                <a:ext uri="{FF2B5EF4-FFF2-40B4-BE49-F238E27FC236}">
                  <a16:creationId xmlns:a16="http://schemas.microsoft.com/office/drawing/2014/main" id="{1CAA1999-3BD1-4FD4-0AC8-CB15F9CEB111}"/>
                </a:ext>
              </a:extLst>
            </p:cNvPr>
            <p:cNvCxnSpPr>
              <a:stCxn id="3" idx="2"/>
              <a:endCxn id="2" idx="1"/>
            </p:cNvCxnSpPr>
            <p:nvPr/>
          </p:nvCxnSpPr>
          <p:spPr>
            <a:xfrm rot="16200000" flipH="1">
              <a:off x="1374643" y="1147092"/>
              <a:ext cx="399750" cy="140376"/>
            </a:xfrm>
            <a:prstGeom prst="bentConnector2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9F0B6102-5DF5-FDFA-4AF9-33CBF6B649A0}"/>
                </a:ext>
              </a:extLst>
            </p:cNvPr>
            <p:cNvSpPr txBox="1"/>
            <p:nvPr/>
          </p:nvSpPr>
          <p:spPr>
            <a:xfrm>
              <a:off x="1644707" y="975081"/>
              <a:ext cx="499314" cy="2052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900" dirty="0"/>
                <a:t>.expo/</a:t>
              </a:r>
              <a:endParaRPr kumimoji="1" lang="ja-JP" altLang="en-US" sz="900" dirty="0"/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8974099F-48AF-15D5-0220-EF6F9937859F}"/>
                </a:ext>
              </a:extLst>
            </p:cNvPr>
            <p:cNvSpPr txBox="1"/>
            <p:nvPr/>
          </p:nvSpPr>
          <p:spPr>
            <a:xfrm>
              <a:off x="1644707" y="1144808"/>
              <a:ext cx="967708" cy="2052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900" dirty="0" err="1"/>
                <a:t>node_modules</a:t>
              </a:r>
              <a:r>
                <a:rPr lang="en-US" altLang="ja-JP" sz="900" dirty="0"/>
                <a:t>/</a:t>
              </a:r>
              <a:endParaRPr kumimoji="1" lang="ja-JP" altLang="en-US" sz="900" dirty="0"/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AC23AB08-9EEE-9F4A-33C1-C6416624A0A8}"/>
                </a:ext>
              </a:extLst>
            </p:cNvPr>
            <p:cNvSpPr txBox="1"/>
            <p:nvPr/>
          </p:nvSpPr>
          <p:spPr>
            <a:xfrm>
              <a:off x="1644707" y="1823716"/>
              <a:ext cx="384511" cy="2052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900" dirty="0"/>
                <a:t>.env</a:t>
              </a:r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07A66FC8-AB41-C028-35DB-0E08D298F566}"/>
                </a:ext>
              </a:extLst>
            </p:cNvPr>
            <p:cNvSpPr txBox="1"/>
            <p:nvPr/>
          </p:nvSpPr>
          <p:spPr>
            <a:xfrm>
              <a:off x="1644706" y="1484262"/>
              <a:ext cx="609524" cy="2052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900" dirty="0" err="1"/>
                <a:t>app.json</a:t>
              </a:r>
              <a:endParaRPr lang="en-US" altLang="ja-JP" sz="900" dirty="0"/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95D3C957-A412-6FD5-C27E-B4BD94A64C9C}"/>
                </a:ext>
              </a:extLst>
            </p:cNvPr>
            <p:cNvSpPr txBox="1"/>
            <p:nvPr/>
          </p:nvSpPr>
          <p:spPr>
            <a:xfrm>
              <a:off x="1644707" y="2332897"/>
              <a:ext cx="842191" cy="2052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900" dirty="0" err="1"/>
                <a:t>package.json</a:t>
              </a:r>
              <a:endParaRPr lang="en-US" altLang="ja-JP" sz="900" dirty="0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2881BA7E-828D-D2DC-6EB2-896247FBEBD3}"/>
                </a:ext>
              </a:extLst>
            </p:cNvPr>
            <p:cNvSpPr txBox="1"/>
            <p:nvPr/>
          </p:nvSpPr>
          <p:spPr>
            <a:xfrm>
              <a:off x="1644707" y="2163170"/>
              <a:ext cx="1094756" cy="2052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900" dirty="0"/>
                <a:t>package-</a:t>
              </a:r>
              <a:r>
                <a:rPr lang="en-US" altLang="ja-JP" sz="900" dirty="0" err="1"/>
                <a:t>lock.json</a:t>
              </a:r>
              <a:endParaRPr lang="en-US" altLang="ja-JP" sz="900" dirty="0"/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B1ACA55D-C47A-44E8-0745-6D2C6ECF0403}"/>
                </a:ext>
              </a:extLst>
            </p:cNvPr>
            <p:cNvSpPr txBox="1"/>
            <p:nvPr/>
          </p:nvSpPr>
          <p:spPr>
            <a:xfrm>
              <a:off x="1644707" y="1653989"/>
              <a:ext cx="912603" cy="2052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900" dirty="0"/>
                <a:t>babel.config.js</a:t>
              </a:r>
            </a:p>
          </p:txBody>
        </p:sp>
        <p:cxnSp>
          <p:nvCxnSpPr>
            <p:cNvPr id="25" name="コネクタ: カギ線 24">
              <a:extLst>
                <a:ext uri="{FF2B5EF4-FFF2-40B4-BE49-F238E27FC236}">
                  <a16:creationId xmlns:a16="http://schemas.microsoft.com/office/drawing/2014/main" id="{9D633067-A214-68E6-6146-C9E36067ABC5}"/>
                </a:ext>
              </a:extLst>
            </p:cNvPr>
            <p:cNvCxnSpPr>
              <a:cxnSpLocks/>
              <a:stCxn id="3" idx="2"/>
              <a:endCxn id="9" idx="1"/>
            </p:cNvCxnSpPr>
            <p:nvPr/>
          </p:nvCxnSpPr>
          <p:spPr>
            <a:xfrm rot="16200000" flipH="1">
              <a:off x="1544370" y="977364"/>
              <a:ext cx="60296" cy="140376"/>
            </a:xfrm>
            <a:prstGeom prst="bentConnector2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コネクタ: カギ線 26">
              <a:extLst>
                <a:ext uri="{FF2B5EF4-FFF2-40B4-BE49-F238E27FC236}">
                  <a16:creationId xmlns:a16="http://schemas.microsoft.com/office/drawing/2014/main" id="{4FBF2895-DD57-DA56-B546-0802E490AFF3}"/>
                </a:ext>
              </a:extLst>
            </p:cNvPr>
            <p:cNvCxnSpPr>
              <a:cxnSpLocks/>
              <a:stCxn id="3" idx="2"/>
              <a:endCxn id="16" idx="1"/>
            </p:cNvCxnSpPr>
            <p:nvPr/>
          </p:nvCxnSpPr>
          <p:spPr>
            <a:xfrm rot="16200000" flipH="1">
              <a:off x="1459507" y="1062227"/>
              <a:ext cx="230023" cy="140376"/>
            </a:xfrm>
            <a:prstGeom prst="bentConnector2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コネクタ: カギ線 27">
              <a:extLst>
                <a:ext uri="{FF2B5EF4-FFF2-40B4-BE49-F238E27FC236}">
                  <a16:creationId xmlns:a16="http://schemas.microsoft.com/office/drawing/2014/main" id="{575AFC35-12C1-28AB-4EE1-DDF828B0D79E}"/>
                </a:ext>
              </a:extLst>
            </p:cNvPr>
            <p:cNvCxnSpPr>
              <a:cxnSpLocks/>
              <a:stCxn id="3" idx="2"/>
              <a:endCxn id="18" idx="1"/>
            </p:cNvCxnSpPr>
            <p:nvPr/>
          </p:nvCxnSpPr>
          <p:spPr>
            <a:xfrm rot="16200000" flipH="1">
              <a:off x="1120053" y="1401682"/>
              <a:ext cx="908931" cy="140376"/>
            </a:xfrm>
            <a:prstGeom prst="bentConnector2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コネクタ: カギ線 28">
              <a:extLst>
                <a:ext uri="{FF2B5EF4-FFF2-40B4-BE49-F238E27FC236}">
                  <a16:creationId xmlns:a16="http://schemas.microsoft.com/office/drawing/2014/main" id="{49E008B3-57D3-2C15-0FD8-5EF82C42CF5E}"/>
                </a:ext>
              </a:extLst>
            </p:cNvPr>
            <p:cNvCxnSpPr>
              <a:cxnSpLocks/>
              <a:stCxn id="3" idx="2"/>
              <a:endCxn id="19" idx="1"/>
            </p:cNvCxnSpPr>
            <p:nvPr/>
          </p:nvCxnSpPr>
          <p:spPr>
            <a:xfrm rot="16200000" flipH="1">
              <a:off x="1289780" y="1231956"/>
              <a:ext cx="569477" cy="140375"/>
            </a:xfrm>
            <a:prstGeom prst="bentConnector2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コネクタ: カギ線 29">
              <a:extLst>
                <a:ext uri="{FF2B5EF4-FFF2-40B4-BE49-F238E27FC236}">
                  <a16:creationId xmlns:a16="http://schemas.microsoft.com/office/drawing/2014/main" id="{89558E8B-061A-4202-AB6B-ED06D0B897D4}"/>
                </a:ext>
              </a:extLst>
            </p:cNvPr>
            <p:cNvCxnSpPr>
              <a:cxnSpLocks/>
              <a:stCxn id="3" idx="2"/>
              <a:endCxn id="23" idx="1"/>
            </p:cNvCxnSpPr>
            <p:nvPr/>
          </p:nvCxnSpPr>
          <p:spPr>
            <a:xfrm rot="16200000" flipH="1">
              <a:off x="1204917" y="1316818"/>
              <a:ext cx="739204" cy="140376"/>
            </a:xfrm>
            <a:prstGeom prst="bentConnector2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コネクタ: カギ線 32">
              <a:extLst>
                <a:ext uri="{FF2B5EF4-FFF2-40B4-BE49-F238E27FC236}">
                  <a16:creationId xmlns:a16="http://schemas.microsoft.com/office/drawing/2014/main" id="{62D9B118-2596-D3FE-7B6A-18977BCEEC43}"/>
                </a:ext>
              </a:extLst>
            </p:cNvPr>
            <p:cNvCxnSpPr>
              <a:cxnSpLocks/>
              <a:stCxn id="3" idx="2"/>
              <a:endCxn id="22" idx="1"/>
            </p:cNvCxnSpPr>
            <p:nvPr/>
          </p:nvCxnSpPr>
          <p:spPr>
            <a:xfrm rot="16200000" flipH="1">
              <a:off x="950326" y="1571409"/>
              <a:ext cx="1248385" cy="140376"/>
            </a:xfrm>
            <a:prstGeom prst="bentConnector2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コネクタ: カギ線 35">
              <a:extLst>
                <a:ext uri="{FF2B5EF4-FFF2-40B4-BE49-F238E27FC236}">
                  <a16:creationId xmlns:a16="http://schemas.microsoft.com/office/drawing/2014/main" id="{95A08FDF-AE17-D480-4C07-9FAF2FA13BBA}"/>
                </a:ext>
              </a:extLst>
            </p:cNvPr>
            <p:cNvCxnSpPr>
              <a:cxnSpLocks/>
              <a:stCxn id="3" idx="2"/>
              <a:endCxn id="21" idx="1"/>
            </p:cNvCxnSpPr>
            <p:nvPr/>
          </p:nvCxnSpPr>
          <p:spPr>
            <a:xfrm rot="16200000" flipH="1">
              <a:off x="865462" y="1656272"/>
              <a:ext cx="1418112" cy="140376"/>
            </a:xfrm>
            <a:prstGeom prst="bentConnector2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7C9D720C-B634-CE54-1618-FDB9A2644E65}"/>
                </a:ext>
              </a:extLst>
            </p:cNvPr>
            <p:cNvSpPr txBox="1"/>
            <p:nvPr/>
          </p:nvSpPr>
          <p:spPr>
            <a:xfrm>
              <a:off x="1644707" y="1993443"/>
              <a:ext cx="927910" cy="2052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900" dirty="0"/>
                <a:t>metro.config.js</a:t>
              </a:r>
            </a:p>
          </p:txBody>
        </p:sp>
        <p:cxnSp>
          <p:nvCxnSpPr>
            <p:cNvPr id="38" name="コネクタ: カギ線 37">
              <a:extLst>
                <a:ext uri="{FF2B5EF4-FFF2-40B4-BE49-F238E27FC236}">
                  <a16:creationId xmlns:a16="http://schemas.microsoft.com/office/drawing/2014/main" id="{00655FE6-526D-7919-9BD2-0A6EF169004A}"/>
                </a:ext>
              </a:extLst>
            </p:cNvPr>
            <p:cNvCxnSpPr>
              <a:cxnSpLocks/>
              <a:stCxn id="3" idx="2"/>
              <a:endCxn id="37" idx="1"/>
            </p:cNvCxnSpPr>
            <p:nvPr/>
          </p:nvCxnSpPr>
          <p:spPr>
            <a:xfrm rot="16200000" flipH="1">
              <a:off x="1035190" y="1486545"/>
              <a:ext cx="1078658" cy="140376"/>
            </a:xfrm>
            <a:prstGeom prst="bentConnector2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55929DB6-B959-74EA-9ABF-FE3057E3CC37}"/>
                </a:ext>
              </a:extLst>
            </p:cNvPr>
            <p:cNvSpPr txBox="1"/>
            <p:nvPr/>
          </p:nvSpPr>
          <p:spPr>
            <a:xfrm>
              <a:off x="1644707" y="2502628"/>
              <a:ext cx="823823" cy="2052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900" dirty="0" err="1"/>
                <a:t>tsconfig.json</a:t>
              </a:r>
              <a:endParaRPr lang="en-US" altLang="ja-JP" sz="900" dirty="0"/>
            </a:p>
          </p:txBody>
        </p:sp>
        <p:cxnSp>
          <p:nvCxnSpPr>
            <p:cNvPr id="40" name="コネクタ: カギ線 39">
              <a:extLst>
                <a:ext uri="{FF2B5EF4-FFF2-40B4-BE49-F238E27FC236}">
                  <a16:creationId xmlns:a16="http://schemas.microsoft.com/office/drawing/2014/main" id="{F97B55E7-0A86-4045-0DC8-136760015E93}"/>
                </a:ext>
              </a:extLst>
            </p:cNvPr>
            <p:cNvCxnSpPr>
              <a:cxnSpLocks/>
              <a:stCxn id="3" idx="2"/>
              <a:endCxn id="39" idx="1"/>
            </p:cNvCxnSpPr>
            <p:nvPr/>
          </p:nvCxnSpPr>
          <p:spPr>
            <a:xfrm rot="16200000" flipH="1">
              <a:off x="780597" y="1741138"/>
              <a:ext cx="1587843" cy="140376"/>
            </a:xfrm>
            <a:prstGeom prst="bentConnector2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C2AFCDC9-67AF-413F-0CF0-EB5068FF4D76}"/>
                </a:ext>
              </a:extLst>
            </p:cNvPr>
            <p:cNvSpPr txBox="1"/>
            <p:nvPr/>
          </p:nvSpPr>
          <p:spPr>
            <a:xfrm>
              <a:off x="2540877" y="1839105"/>
              <a:ext cx="2437179" cy="1778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700" dirty="0"/>
                <a:t>環境毎に異なる設定値を記載</a:t>
              </a:r>
              <a:r>
                <a:rPr lang="en-US" altLang="ja-JP" sz="700" dirty="0"/>
                <a:t>(API</a:t>
              </a:r>
              <a:r>
                <a:rPr lang="ja-JP" altLang="en-US" sz="700" dirty="0"/>
                <a:t>キーやパスワードもここ</a:t>
              </a:r>
              <a:r>
                <a:rPr lang="en-US" altLang="ja-JP" sz="700" dirty="0"/>
                <a:t>)</a:t>
              </a:r>
              <a:endParaRPr kumimoji="1" lang="ja-JP" altLang="en-US" sz="700" dirty="0"/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F65ADC5E-8D79-2FC3-D4A2-86DEDE363022}"/>
                </a:ext>
              </a:extLst>
            </p:cNvPr>
            <p:cNvSpPr txBox="1"/>
            <p:nvPr/>
          </p:nvSpPr>
          <p:spPr>
            <a:xfrm>
              <a:off x="2540877" y="2178559"/>
              <a:ext cx="1376404" cy="1778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700" dirty="0"/>
                <a:t>インストール時に自動的に記録</a:t>
              </a:r>
            </a:p>
          </p:txBody>
        </p:sp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803D931C-4ADB-E18B-8E04-E72D51801B82}"/>
                </a:ext>
              </a:extLst>
            </p:cNvPr>
            <p:cNvSpPr txBox="1"/>
            <p:nvPr/>
          </p:nvSpPr>
          <p:spPr>
            <a:xfrm>
              <a:off x="2540877" y="2008832"/>
              <a:ext cx="2291762" cy="1778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700" dirty="0" err="1"/>
                <a:t>Js</a:t>
              </a:r>
              <a:r>
                <a:rPr lang="ja-JP" altLang="en-US" sz="700" dirty="0"/>
                <a:t>を一つにまとめるルールを記載</a:t>
              </a:r>
              <a:r>
                <a:rPr lang="en-US" altLang="ja-JP" sz="700" dirty="0"/>
                <a:t>(</a:t>
              </a:r>
              <a:r>
                <a:rPr lang="ja-JP" altLang="en-US" sz="700" dirty="0"/>
                <a:t>多くの場合編集不要</a:t>
              </a:r>
              <a:r>
                <a:rPr lang="en-US" altLang="ja-JP" sz="700" dirty="0"/>
                <a:t>)</a:t>
              </a:r>
              <a:endParaRPr kumimoji="1" lang="ja-JP" altLang="en-US" sz="700" dirty="0"/>
            </a:p>
          </p:txBody>
        </p:sp>
        <p:sp>
          <p:nvSpPr>
            <p:cNvPr id="44" name="テキスト ボックス 43">
              <a:extLst>
                <a:ext uri="{FF2B5EF4-FFF2-40B4-BE49-F238E27FC236}">
                  <a16:creationId xmlns:a16="http://schemas.microsoft.com/office/drawing/2014/main" id="{A0B92DC0-4413-F6DA-5807-B06EA03C7BC2}"/>
                </a:ext>
              </a:extLst>
            </p:cNvPr>
            <p:cNvSpPr txBox="1"/>
            <p:nvPr/>
          </p:nvSpPr>
          <p:spPr>
            <a:xfrm>
              <a:off x="2540877" y="2348286"/>
              <a:ext cx="1589172" cy="1778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700" dirty="0"/>
                <a:t>公開情報を記載</a:t>
              </a:r>
              <a:r>
                <a:rPr kumimoji="1" lang="en-US" altLang="ja-JP" sz="700" dirty="0"/>
                <a:t>/</a:t>
              </a:r>
              <a:r>
                <a:rPr lang="ja-JP" altLang="en-US" sz="700" dirty="0"/>
                <a:t>デフォルト起動情報</a:t>
              </a:r>
              <a:endParaRPr kumimoji="1" lang="ja-JP" altLang="en-US" sz="700" dirty="0"/>
            </a:p>
          </p:txBody>
        </p:sp>
        <p:sp>
          <p:nvSpPr>
            <p:cNvPr id="45" name="テキスト ボックス 44">
              <a:extLst>
                <a:ext uri="{FF2B5EF4-FFF2-40B4-BE49-F238E27FC236}">
                  <a16:creationId xmlns:a16="http://schemas.microsoft.com/office/drawing/2014/main" id="{1A1FAC89-5767-549D-EAE6-2CF28C7302D9}"/>
                </a:ext>
              </a:extLst>
            </p:cNvPr>
            <p:cNvSpPr txBox="1"/>
            <p:nvPr/>
          </p:nvSpPr>
          <p:spPr>
            <a:xfrm>
              <a:off x="2540877" y="2518017"/>
              <a:ext cx="1743772" cy="1778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700" dirty="0" err="1"/>
                <a:t>js</a:t>
              </a:r>
              <a:r>
                <a:rPr lang="ja-JP" altLang="en-US" sz="700" dirty="0"/>
                <a:t>への変換ルール</a:t>
              </a:r>
              <a:r>
                <a:rPr lang="en-US" altLang="ja-JP" sz="700" dirty="0"/>
                <a:t>(</a:t>
              </a:r>
              <a:r>
                <a:rPr kumimoji="1" lang="ja-JP" altLang="en-US" sz="700" dirty="0"/>
                <a:t>多くの場合編集不要</a:t>
              </a:r>
              <a:r>
                <a:rPr kumimoji="1" lang="en-US" altLang="ja-JP" sz="700" dirty="0"/>
                <a:t>)</a:t>
              </a:r>
              <a:endParaRPr kumimoji="1" lang="ja-JP" altLang="en-US" sz="700" dirty="0"/>
            </a:p>
          </p:txBody>
        </p:sp>
        <p:sp>
          <p:nvSpPr>
            <p:cNvPr id="46" name="テキスト ボックス 45">
              <a:extLst>
                <a:ext uri="{FF2B5EF4-FFF2-40B4-BE49-F238E27FC236}">
                  <a16:creationId xmlns:a16="http://schemas.microsoft.com/office/drawing/2014/main" id="{5590153F-1FF6-295A-4337-1E4802753EBC}"/>
                </a:ext>
              </a:extLst>
            </p:cNvPr>
            <p:cNvSpPr txBox="1"/>
            <p:nvPr/>
          </p:nvSpPr>
          <p:spPr>
            <a:xfrm>
              <a:off x="2540877" y="1669378"/>
              <a:ext cx="586564" cy="1778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700" dirty="0" err="1"/>
                <a:t>js</a:t>
              </a:r>
              <a:r>
                <a:rPr lang="ja-JP" altLang="en-US" sz="700" dirty="0"/>
                <a:t>への変換</a:t>
              </a:r>
              <a:endParaRPr kumimoji="1" lang="ja-JP" altLang="en-US" sz="700" dirty="0"/>
            </a:p>
          </p:txBody>
        </p:sp>
        <p:sp>
          <p:nvSpPr>
            <p:cNvPr id="47" name="テキスト ボックス 46">
              <a:extLst>
                <a:ext uri="{FF2B5EF4-FFF2-40B4-BE49-F238E27FC236}">
                  <a16:creationId xmlns:a16="http://schemas.microsoft.com/office/drawing/2014/main" id="{90AA0AC2-DCC7-2EEB-ADF7-E9353FC5F3DC}"/>
                </a:ext>
              </a:extLst>
            </p:cNvPr>
            <p:cNvSpPr txBox="1"/>
            <p:nvPr/>
          </p:nvSpPr>
          <p:spPr>
            <a:xfrm>
              <a:off x="2540877" y="1160197"/>
              <a:ext cx="1896841" cy="1778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700" dirty="0" err="1"/>
                <a:t>npm</a:t>
              </a:r>
              <a:r>
                <a:rPr kumimoji="1" lang="ja-JP" altLang="en-US" sz="700" dirty="0"/>
                <a:t> </a:t>
              </a:r>
              <a:r>
                <a:rPr kumimoji="1" lang="en-US" altLang="ja-JP" sz="700" dirty="0"/>
                <a:t>install</a:t>
              </a:r>
              <a:r>
                <a:rPr kumimoji="1" lang="ja-JP" altLang="en-US" sz="700" dirty="0"/>
                <a:t>で入れたライブラリの実態が入る</a:t>
              </a:r>
            </a:p>
          </p:txBody>
        </p:sp>
        <p:sp>
          <p:nvSpPr>
            <p:cNvPr id="48" name="テキスト ボックス 47">
              <a:extLst>
                <a:ext uri="{FF2B5EF4-FFF2-40B4-BE49-F238E27FC236}">
                  <a16:creationId xmlns:a16="http://schemas.microsoft.com/office/drawing/2014/main" id="{464181EF-2524-8E75-BE41-F47029F06046}"/>
                </a:ext>
              </a:extLst>
            </p:cNvPr>
            <p:cNvSpPr txBox="1"/>
            <p:nvPr/>
          </p:nvSpPr>
          <p:spPr>
            <a:xfrm>
              <a:off x="2540877" y="1329924"/>
              <a:ext cx="2405033" cy="1778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700" dirty="0"/>
                <a:t>ユーザ自身が開発したソースや画像・フォントなどが入る</a:t>
              </a:r>
              <a:endParaRPr kumimoji="1" lang="ja-JP" altLang="en-US" sz="700" dirty="0"/>
            </a:p>
          </p:txBody>
        </p:sp>
        <p:sp>
          <p:nvSpPr>
            <p:cNvPr id="49" name="テキスト ボックス 48">
              <a:extLst>
                <a:ext uri="{FF2B5EF4-FFF2-40B4-BE49-F238E27FC236}">
                  <a16:creationId xmlns:a16="http://schemas.microsoft.com/office/drawing/2014/main" id="{4C476462-DF8E-2FC2-BF1A-26AE437E7844}"/>
                </a:ext>
              </a:extLst>
            </p:cNvPr>
            <p:cNvSpPr txBox="1"/>
            <p:nvPr/>
          </p:nvSpPr>
          <p:spPr>
            <a:xfrm>
              <a:off x="2540877" y="1499651"/>
              <a:ext cx="1462123" cy="1778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700" dirty="0"/>
                <a:t>App Store</a:t>
              </a:r>
              <a:r>
                <a:rPr lang="ja-JP" altLang="en-US" sz="700" dirty="0"/>
                <a:t>や</a:t>
              </a:r>
              <a:r>
                <a:rPr lang="en-US" altLang="ja-JP" sz="700" dirty="0"/>
                <a:t>Google Play</a:t>
              </a:r>
              <a:r>
                <a:rPr lang="ja-JP" altLang="en-US" sz="700" dirty="0"/>
                <a:t>用の情報</a:t>
              </a:r>
              <a:endParaRPr kumimoji="1" lang="ja-JP" altLang="en-US" sz="700" dirty="0"/>
            </a:p>
          </p:txBody>
        </p:sp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CA840EB5-4F0F-584C-B4D5-EEEB3C022088}"/>
                </a:ext>
              </a:extLst>
            </p:cNvPr>
            <p:cNvSpPr txBox="1"/>
            <p:nvPr/>
          </p:nvSpPr>
          <p:spPr>
            <a:xfrm>
              <a:off x="2540877" y="990470"/>
              <a:ext cx="1396304" cy="1778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700" dirty="0"/>
                <a:t>Expo</a:t>
              </a:r>
              <a:r>
                <a:rPr lang="ja-JP" altLang="en-US" sz="700" dirty="0"/>
                <a:t>が使うワークディレクトリ</a:t>
              </a:r>
              <a:endParaRPr kumimoji="1" lang="ja-JP" altLang="en-US" sz="700" dirty="0"/>
            </a:p>
          </p:txBody>
        </p:sp>
      </p:grp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D44960BE-66B0-748F-6858-16508293C7FC}"/>
              </a:ext>
            </a:extLst>
          </p:cNvPr>
          <p:cNvSpPr/>
          <p:nvPr/>
        </p:nvSpPr>
        <p:spPr>
          <a:xfrm>
            <a:off x="2947078" y="1374208"/>
            <a:ext cx="3702870" cy="338094"/>
          </a:xfrm>
          <a:prstGeom prst="rect">
            <a:avLst/>
          </a:prstGeom>
          <a:noFill/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矢印: 右 53">
            <a:extLst>
              <a:ext uri="{FF2B5EF4-FFF2-40B4-BE49-F238E27FC236}">
                <a16:creationId xmlns:a16="http://schemas.microsoft.com/office/drawing/2014/main" id="{B92568A2-460E-DAF7-8E6E-E03A3963F563}"/>
              </a:ext>
            </a:extLst>
          </p:cNvPr>
          <p:cNvSpPr/>
          <p:nvPr/>
        </p:nvSpPr>
        <p:spPr>
          <a:xfrm>
            <a:off x="3024302" y="4808910"/>
            <a:ext cx="235580" cy="2315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四角形: メモ 30">
            <a:extLst>
              <a:ext uri="{FF2B5EF4-FFF2-40B4-BE49-F238E27FC236}">
                <a16:creationId xmlns:a16="http://schemas.microsoft.com/office/drawing/2014/main" id="{74E38BA1-A360-EEDA-5575-30691CE1B3AE}"/>
              </a:ext>
            </a:extLst>
          </p:cNvPr>
          <p:cNvSpPr/>
          <p:nvPr/>
        </p:nvSpPr>
        <p:spPr>
          <a:xfrm>
            <a:off x="3259882" y="4620984"/>
            <a:ext cx="827216" cy="607433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050" dirty="0"/>
              <a:t>まとめられた</a:t>
            </a:r>
            <a:r>
              <a:rPr kumimoji="1" lang="en-US" altLang="ja-JP" sz="1050" dirty="0"/>
              <a:t>1</a:t>
            </a:r>
            <a:r>
              <a:rPr kumimoji="1" lang="ja-JP" altLang="en-US" sz="1050" dirty="0"/>
              <a:t>つの</a:t>
            </a:r>
            <a:r>
              <a:rPr kumimoji="1" lang="en-US" altLang="ja-JP" sz="1050" dirty="0" err="1"/>
              <a:t>js</a:t>
            </a:r>
            <a:r>
              <a:rPr kumimoji="1" lang="ja-JP" altLang="en-US" sz="1050" dirty="0"/>
              <a:t>ファイル</a:t>
            </a:r>
            <a:endParaRPr kumimoji="1" lang="en-US" altLang="ja-JP" sz="105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E51732C-0166-3639-7604-5B4EDB289AE9}"/>
              </a:ext>
            </a:extLst>
          </p:cNvPr>
          <p:cNvSpPr txBox="1"/>
          <p:nvPr/>
        </p:nvSpPr>
        <p:spPr>
          <a:xfrm>
            <a:off x="8972551" y="626184"/>
            <a:ext cx="2670464" cy="1535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kumimoji="1" lang="en-US" altLang="ja-JP" dirty="0"/>
              <a:t>Google</a:t>
            </a:r>
            <a:r>
              <a:rPr kumimoji="1" lang="ja-JP" altLang="en-US" dirty="0"/>
              <a:t> </a:t>
            </a:r>
            <a:r>
              <a:rPr kumimoji="1" lang="en-US" altLang="ja-JP" dirty="0"/>
              <a:t>Play</a:t>
            </a:r>
            <a:endParaRPr kumimoji="1" lang="ja-JP" altLang="en-US" dirty="0"/>
          </a:p>
        </p:txBody>
      </p:sp>
      <p:sp>
        <p:nvSpPr>
          <p:cNvPr id="17" name="矢印: 右 16">
            <a:extLst>
              <a:ext uri="{FF2B5EF4-FFF2-40B4-BE49-F238E27FC236}">
                <a16:creationId xmlns:a16="http://schemas.microsoft.com/office/drawing/2014/main" id="{56650F7C-5F02-50A3-5E04-BE3B8DAEEB5B}"/>
              </a:ext>
            </a:extLst>
          </p:cNvPr>
          <p:cNvSpPr/>
          <p:nvPr/>
        </p:nvSpPr>
        <p:spPr>
          <a:xfrm>
            <a:off x="4094200" y="4808910"/>
            <a:ext cx="235580" cy="2315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A4BCAF6D-17B6-49FF-2306-4CD15BDAC3D5}"/>
              </a:ext>
            </a:extLst>
          </p:cNvPr>
          <p:cNvSpPr/>
          <p:nvPr/>
        </p:nvSpPr>
        <p:spPr>
          <a:xfrm>
            <a:off x="4329780" y="4620984"/>
            <a:ext cx="788471" cy="6074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/>
              <a:t>Hermes</a:t>
            </a:r>
          </a:p>
          <a:p>
            <a:pPr algn="ctr"/>
            <a:r>
              <a:rPr lang="en-US" altLang="ja-JP" sz="1100" dirty="0"/>
              <a:t>Compiler</a:t>
            </a:r>
          </a:p>
          <a:p>
            <a:pPr algn="ctr"/>
            <a:r>
              <a:rPr kumimoji="1" lang="en-US" altLang="ja-JP" sz="800" dirty="0"/>
              <a:t>(C++</a:t>
            </a:r>
            <a:r>
              <a:rPr kumimoji="1" lang="ja-JP" altLang="en-US" sz="800" dirty="0"/>
              <a:t>等</a:t>
            </a:r>
            <a:r>
              <a:rPr kumimoji="1" lang="en-US" altLang="ja-JP" sz="800" dirty="0"/>
              <a:t>)</a:t>
            </a:r>
            <a:endParaRPr kumimoji="1" lang="ja-JP" altLang="en-US" sz="1050" dirty="0"/>
          </a:p>
        </p:txBody>
      </p:sp>
      <p:sp>
        <p:nvSpPr>
          <p:cNvPr id="59" name="四角形: メモ 58">
            <a:extLst>
              <a:ext uri="{FF2B5EF4-FFF2-40B4-BE49-F238E27FC236}">
                <a16:creationId xmlns:a16="http://schemas.microsoft.com/office/drawing/2014/main" id="{681FC0B2-C3EB-7850-C806-B9A99A1BACAB}"/>
              </a:ext>
            </a:extLst>
          </p:cNvPr>
          <p:cNvSpPr/>
          <p:nvPr/>
        </p:nvSpPr>
        <p:spPr>
          <a:xfrm>
            <a:off x="7477992" y="4847903"/>
            <a:ext cx="857301" cy="584473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ja-JP" sz="1050" dirty="0"/>
              <a:t>.</a:t>
            </a:r>
            <a:r>
              <a:rPr lang="en-US" altLang="ja-JP" sz="1050" dirty="0" err="1"/>
              <a:t>aab</a:t>
            </a:r>
            <a:endParaRPr kumimoji="1" lang="en-US" altLang="ja-JP" sz="1050" dirty="0"/>
          </a:p>
          <a:p>
            <a:pPr algn="ctr"/>
            <a:r>
              <a:rPr kumimoji="1" lang="ja-JP" altLang="en-US" sz="1050" dirty="0"/>
              <a:t>ファイル</a:t>
            </a:r>
            <a:endParaRPr kumimoji="1" lang="en-US" altLang="ja-JP" sz="1050" dirty="0"/>
          </a:p>
        </p:txBody>
      </p:sp>
      <p:sp>
        <p:nvSpPr>
          <p:cNvPr id="63" name="四角形: メモ 62">
            <a:extLst>
              <a:ext uri="{FF2B5EF4-FFF2-40B4-BE49-F238E27FC236}">
                <a16:creationId xmlns:a16="http://schemas.microsoft.com/office/drawing/2014/main" id="{EC8852DB-2E59-C7E7-204B-C89D4B4F71BE}"/>
              </a:ext>
            </a:extLst>
          </p:cNvPr>
          <p:cNvSpPr/>
          <p:nvPr/>
        </p:nvSpPr>
        <p:spPr>
          <a:xfrm>
            <a:off x="5353831" y="4656981"/>
            <a:ext cx="827216" cy="560559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50" dirty="0"/>
              <a:t>Hermes</a:t>
            </a:r>
          </a:p>
          <a:p>
            <a:pPr algn="ctr"/>
            <a:r>
              <a:rPr lang="en-US" altLang="ja-JP" sz="1050" dirty="0"/>
              <a:t>Bytecode</a:t>
            </a:r>
          </a:p>
          <a:p>
            <a:pPr algn="ctr"/>
            <a:r>
              <a:rPr kumimoji="1" lang="en-US" altLang="ja-JP" sz="900" dirty="0"/>
              <a:t>(.</a:t>
            </a:r>
            <a:r>
              <a:rPr kumimoji="1" lang="en-US" altLang="ja-JP" sz="900" dirty="0" err="1"/>
              <a:t>hbc</a:t>
            </a:r>
            <a:r>
              <a:rPr kumimoji="1" lang="en-US" altLang="ja-JP" sz="900" dirty="0"/>
              <a:t>)</a:t>
            </a:r>
          </a:p>
        </p:txBody>
      </p:sp>
      <p:sp>
        <p:nvSpPr>
          <p:cNvPr id="60" name="四角形: メモ 59">
            <a:extLst>
              <a:ext uri="{FF2B5EF4-FFF2-40B4-BE49-F238E27FC236}">
                <a16:creationId xmlns:a16="http://schemas.microsoft.com/office/drawing/2014/main" id="{1789B600-5816-D9A4-596E-340AF7DAEB05}"/>
              </a:ext>
            </a:extLst>
          </p:cNvPr>
          <p:cNvSpPr/>
          <p:nvPr/>
        </p:nvSpPr>
        <p:spPr>
          <a:xfrm>
            <a:off x="5585551" y="5193716"/>
            <a:ext cx="438228" cy="477860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/>
              <a:t>画像など</a:t>
            </a:r>
            <a:endParaRPr kumimoji="1" lang="en-US" altLang="ja-JP" sz="1000" dirty="0"/>
          </a:p>
        </p:txBody>
      </p:sp>
      <p:sp>
        <p:nvSpPr>
          <p:cNvPr id="61" name="四角形: メモ 60">
            <a:extLst>
              <a:ext uri="{FF2B5EF4-FFF2-40B4-BE49-F238E27FC236}">
                <a16:creationId xmlns:a16="http://schemas.microsoft.com/office/drawing/2014/main" id="{20BC8635-2C05-C8D8-E682-D7D6C88DA999}"/>
              </a:ext>
            </a:extLst>
          </p:cNvPr>
          <p:cNvSpPr/>
          <p:nvPr/>
        </p:nvSpPr>
        <p:spPr>
          <a:xfrm>
            <a:off x="5653102" y="5290495"/>
            <a:ext cx="438228" cy="477860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/>
              <a:t>画像など</a:t>
            </a:r>
            <a:endParaRPr kumimoji="1" lang="en-US" altLang="ja-JP" sz="1000" dirty="0"/>
          </a:p>
        </p:txBody>
      </p:sp>
      <p:sp>
        <p:nvSpPr>
          <p:cNvPr id="62" name="四角形: メモ 61">
            <a:extLst>
              <a:ext uri="{FF2B5EF4-FFF2-40B4-BE49-F238E27FC236}">
                <a16:creationId xmlns:a16="http://schemas.microsoft.com/office/drawing/2014/main" id="{24DAAE7F-7384-9688-CBB9-D22EF58295D9}"/>
              </a:ext>
            </a:extLst>
          </p:cNvPr>
          <p:cNvSpPr/>
          <p:nvPr/>
        </p:nvSpPr>
        <p:spPr>
          <a:xfrm>
            <a:off x="5720653" y="5374127"/>
            <a:ext cx="438228" cy="477860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/>
              <a:t>画像など</a:t>
            </a:r>
            <a:endParaRPr kumimoji="1" lang="en-US" altLang="ja-JP" sz="1000" dirty="0"/>
          </a:p>
        </p:txBody>
      </p:sp>
      <p:sp>
        <p:nvSpPr>
          <p:cNvPr id="64" name="矢印: 折線 63">
            <a:extLst>
              <a:ext uri="{FF2B5EF4-FFF2-40B4-BE49-F238E27FC236}">
                <a16:creationId xmlns:a16="http://schemas.microsoft.com/office/drawing/2014/main" id="{137E8AAB-EC51-DF98-B884-1B3F75F7EFF5}"/>
              </a:ext>
            </a:extLst>
          </p:cNvPr>
          <p:cNvSpPr/>
          <p:nvPr/>
        </p:nvSpPr>
        <p:spPr>
          <a:xfrm rot="10800000" flipH="1">
            <a:off x="2876555" y="5161741"/>
            <a:ext cx="2689202" cy="501040"/>
          </a:xfrm>
          <a:prstGeom prst="bentArrow">
            <a:avLst>
              <a:gd name="adj1" fmla="val 24079"/>
              <a:gd name="adj2" fmla="val 27757"/>
              <a:gd name="adj3" fmla="val 30981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5" name="四角形: メモ 64">
            <a:extLst>
              <a:ext uri="{FF2B5EF4-FFF2-40B4-BE49-F238E27FC236}">
                <a16:creationId xmlns:a16="http://schemas.microsoft.com/office/drawing/2014/main" id="{EFBF61BF-44BD-2138-0328-B37EFE8E3B29}"/>
              </a:ext>
            </a:extLst>
          </p:cNvPr>
          <p:cNvSpPr/>
          <p:nvPr/>
        </p:nvSpPr>
        <p:spPr>
          <a:xfrm>
            <a:off x="1126727" y="4620985"/>
            <a:ext cx="835943" cy="596556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/>
              <a:t>node_</a:t>
            </a:r>
          </a:p>
          <a:p>
            <a:pPr algn="ctr"/>
            <a:r>
              <a:rPr kumimoji="1" lang="en-US" altLang="ja-JP" sz="1100" dirty="0"/>
              <a:t>modules</a:t>
            </a:r>
          </a:p>
        </p:txBody>
      </p:sp>
      <p:sp>
        <p:nvSpPr>
          <p:cNvPr id="66" name="矢印: 右 65">
            <a:extLst>
              <a:ext uri="{FF2B5EF4-FFF2-40B4-BE49-F238E27FC236}">
                <a16:creationId xmlns:a16="http://schemas.microsoft.com/office/drawing/2014/main" id="{0B1B04E6-46E2-68DD-159A-D7A54789B56D}"/>
              </a:ext>
            </a:extLst>
          </p:cNvPr>
          <p:cNvSpPr/>
          <p:nvPr/>
        </p:nvSpPr>
        <p:spPr>
          <a:xfrm>
            <a:off x="1980162" y="4808910"/>
            <a:ext cx="235580" cy="2315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四角形: 角を丸くする 67">
            <a:extLst>
              <a:ext uri="{FF2B5EF4-FFF2-40B4-BE49-F238E27FC236}">
                <a16:creationId xmlns:a16="http://schemas.microsoft.com/office/drawing/2014/main" id="{C4C7D004-7DB4-37FC-F844-E9B15789EF1C}"/>
              </a:ext>
            </a:extLst>
          </p:cNvPr>
          <p:cNvSpPr/>
          <p:nvPr/>
        </p:nvSpPr>
        <p:spPr>
          <a:xfrm>
            <a:off x="1647824" y="3261079"/>
            <a:ext cx="6823301" cy="302004"/>
          </a:xfrm>
          <a:prstGeom prst="roundRect">
            <a:avLst>
              <a:gd name="adj" fmla="val 9366"/>
            </a:avLst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1600" dirty="0"/>
              <a:t>node.js</a:t>
            </a:r>
            <a:endParaRPr kumimoji="1" lang="ja-JP" altLang="en-US" sz="1600" dirty="0"/>
          </a:p>
        </p:txBody>
      </p:sp>
      <p:sp>
        <p:nvSpPr>
          <p:cNvPr id="69" name="四角形: 角を丸くする 68">
            <a:extLst>
              <a:ext uri="{FF2B5EF4-FFF2-40B4-BE49-F238E27FC236}">
                <a16:creationId xmlns:a16="http://schemas.microsoft.com/office/drawing/2014/main" id="{B8878D42-0462-A40E-2D85-64F8AE6588B1}"/>
              </a:ext>
            </a:extLst>
          </p:cNvPr>
          <p:cNvSpPr/>
          <p:nvPr/>
        </p:nvSpPr>
        <p:spPr>
          <a:xfrm>
            <a:off x="1647824" y="2971727"/>
            <a:ext cx="6823301" cy="268465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dirty="0"/>
              <a:t>EAS</a:t>
            </a:r>
            <a:endParaRPr kumimoji="1" lang="ja-JP" altLang="en-US" dirty="0"/>
          </a:p>
        </p:txBody>
      </p:sp>
      <p:sp>
        <p:nvSpPr>
          <p:cNvPr id="71" name="矢印: 右 70">
            <a:extLst>
              <a:ext uri="{FF2B5EF4-FFF2-40B4-BE49-F238E27FC236}">
                <a16:creationId xmlns:a16="http://schemas.microsoft.com/office/drawing/2014/main" id="{380E4B17-E783-B393-B4A8-D456F8264B72}"/>
              </a:ext>
            </a:extLst>
          </p:cNvPr>
          <p:cNvSpPr/>
          <p:nvPr/>
        </p:nvSpPr>
        <p:spPr>
          <a:xfrm rot="16200000">
            <a:off x="7118000" y="4031573"/>
            <a:ext cx="1257500" cy="241807"/>
          </a:xfrm>
          <a:prstGeom prst="rightArrow">
            <a:avLst>
              <a:gd name="adj1" fmla="val 50000"/>
              <a:gd name="adj2" fmla="val 6181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四角形: メモ 71">
            <a:extLst>
              <a:ext uri="{FF2B5EF4-FFF2-40B4-BE49-F238E27FC236}">
                <a16:creationId xmlns:a16="http://schemas.microsoft.com/office/drawing/2014/main" id="{C6469CF5-803C-0178-857C-853BB62FF897}"/>
              </a:ext>
            </a:extLst>
          </p:cNvPr>
          <p:cNvSpPr/>
          <p:nvPr/>
        </p:nvSpPr>
        <p:spPr>
          <a:xfrm>
            <a:off x="7333019" y="3929235"/>
            <a:ext cx="1147245" cy="238930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.</a:t>
            </a:r>
            <a:r>
              <a:rPr kumimoji="1" lang="en-US" altLang="ja-JP" sz="1000" dirty="0" err="1"/>
              <a:t>aab</a:t>
            </a:r>
            <a:r>
              <a:rPr kumimoji="1" lang="en-US" altLang="ja-JP" sz="1000" dirty="0"/>
              <a:t>(.app)</a:t>
            </a:r>
            <a:r>
              <a:rPr kumimoji="1" lang="ja-JP" altLang="en-US" sz="1000" dirty="0"/>
              <a:t>の</a:t>
            </a:r>
            <a:r>
              <a:rPr kumimoji="1" lang="en-US" altLang="ja-JP" sz="1000" dirty="0" err="1"/>
              <a:t>url</a:t>
            </a:r>
            <a:endParaRPr kumimoji="1" lang="en-US" altLang="ja-JP" sz="1000" dirty="0"/>
          </a:p>
        </p:txBody>
      </p:sp>
      <p:sp>
        <p:nvSpPr>
          <p:cNvPr id="73" name="矢印: 右 72">
            <a:extLst>
              <a:ext uri="{FF2B5EF4-FFF2-40B4-BE49-F238E27FC236}">
                <a16:creationId xmlns:a16="http://schemas.microsoft.com/office/drawing/2014/main" id="{3A12D7B8-7DE1-D3D4-0110-7E04537D2B75}"/>
              </a:ext>
            </a:extLst>
          </p:cNvPr>
          <p:cNvSpPr/>
          <p:nvPr/>
        </p:nvSpPr>
        <p:spPr>
          <a:xfrm>
            <a:off x="5110677" y="4808910"/>
            <a:ext cx="235580" cy="2315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矢印: 右 73">
            <a:extLst>
              <a:ext uri="{FF2B5EF4-FFF2-40B4-BE49-F238E27FC236}">
                <a16:creationId xmlns:a16="http://schemas.microsoft.com/office/drawing/2014/main" id="{D1AC94F0-1E6E-5A44-E238-0AB7A0E5BB6E}"/>
              </a:ext>
            </a:extLst>
          </p:cNvPr>
          <p:cNvSpPr/>
          <p:nvPr/>
        </p:nvSpPr>
        <p:spPr>
          <a:xfrm>
            <a:off x="6188621" y="4808910"/>
            <a:ext cx="235580" cy="2315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26F3797B-33A3-B337-C39C-D976B6C4934C}"/>
              </a:ext>
            </a:extLst>
          </p:cNvPr>
          <p:cNvSpPr/>
          <p:nvPr/>
        </p:nvSpPr>
        <p:spPr>
          <a:xfrm>
            <a:off x="6424201" y="4620984"/>
            <a:ext cx="788471" cy="1133212"/>
          </a:xfrm>
          <a:prstGeom prst="rect">
            <a:avLst/>
          </a:prstGeom>
          <a:solidFill>
            <a:srgbClr val="CC00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100" dirty="0" err="1"/>
              <a:t>gradle</a:t>
            </a:r>
            <a:endParaRPr lang="en-US" altLang="ja-JP" sz="1100" dirty="0"/>
          </a:p>
          <a:p>
            <a:pPr algn="ctr"/>
            <a:r>
              <a:rPr kumimoji="1" lang="en-US" altLang="ja-JP" sz="800" dirty="0"/>
              <a:t>(</a:t>
            </a:r>
            <a:r>
              <a:rPr lang="en-US" altLang="ja-JP" sz="800" dirty="0"/>
              <a:t>Java</a:t>
            </a:r>
            <a:r>
              <a:rPr lang="ja-JP" altLang="en-US" sz="800" dirty="0"/>
              <a:t>等</a:t>
            </a:r>
            <a:r>
              <a:rPr lang="en-US" altLang="ja-JP" sz="800" dirty="0"/>
              <a:t>)</a:t>
            </a:r>
            <a:endParaRPr kumimoji="1" lang="ja-JP" altLang="en-US" sz="800" dirty="0"/>
          </a:p>
        </p:txBody>
      </p:sp>
      <p:sp>
        <p:nvSpPr>
          <p:cNvPr id="76" name="矢印: 右 75">
            <a:extLst>
              <a:ext uri="{FF2B5EF4-FFF2-40B4-BE49-F238E27FC236}">
                <a16:creationId xmlns:a16="http://schemas.microsoft.com/office/drawing/2014/main" id="{77275C07-3478-BDE2-AB83-479F11965EB6}"/>
              </a:ext>
            </a:extLst>
          </p:cNvPr>
          <p:cNvSpPr/>
          <p:nvPr/>
        </p:nvSpPr>
        <p:spPr>
          <a:xfrm>
            <a:off x="7228554" y="5058915"/>
            <a:ext cx="235580" cy="2315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7" name="矢印: 右 76">
            <a:extLst>
              <a:ext uri="{FF2B5EF4-FFF2-40B4-BE49-F238E27FC236}">
                <a16:creationId xmlns:a16="http://schemas.microsoft.com/office/drawing/2014/main" id="{8C2C782A-FE4E-4EB2-A681-3375CEA90A6C}"/>
              </a:ext>
            </a:extLst>
          </p:cNvPr>
          <p:cNvSpPr/>
          <p:nvPr/>
        </p:nvSpPr>
        <p:spPr>
          <a:xfrm>
            <a:off x="6181001" y="5432376"/>
            <a:ext cx="235580" cy="2315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12A4055F-3D4D-C2D6-0149-1A5122B9402C}"/>
              </a:ext>
            </a:extLst>
          </p:cNvPr>
          <p:cNvSpPr/>
          <p:nvPr/>
        </p:nvSpPr>
        <p:spPr>
          <a:xfrm>
            <a:off x="2945232" y="2502446"/>
            <a:ext cx="3702870" cy="178444"/>
          </a:xfrm>
          <a:prstGeom prst="rect">
            <a:avLst/>
          </a:prstGeom>
          <a:noFill/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81AC4465-57FC-094B-239A-02F93B3BCB53}"/>
              </a:ext>
            </a:extLst>
          </p:cNvPr>
          <p:cNvSpPr/>
          <p:nvPr/>
        </p:nvSpPr>
        <p:spPr>
          <a:xfrm>
            <a:off x="9379253" y="4380266"/>
            <a:ext cx="904542" cy="5206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1200" dirty="0"/>
              <a:t>Hermes</a:t>
            </a:r>
            <a:r>
              <a:rPr kumimoji="1" lang="ja-JP" altLang="en-US" sz="1200" dirty="0"/>
              <a:t> </a:t>
            </a:r>
            <a:r>
              <a:rPr kumimoji="1" lang="en-US" altLang="ja-JP" sz="1200" dirty="0"/>
              <a:t>VM</a:t>
            </a:r>
          </a:p>
        </p:txBody>
      </p:sp>
      <p:sp>
        <p:nvSpPr>
          <p:cNvPr id="80" name="四角形: メモ 79">
            <a:extLst>
              <a:ext uri="{FF2B5EF4-FFF2-40B4-BE49-F238E27FC236}">
                <a16:creationId xmlns:a16="http://schemas.microsoft.com/office/drawing/2014/main" id="{578E420A-A04D-A08E-2AF3-1D2C27D691F9}"/>
              </a:ext>
            </a:extLst>
          </p:cNvPr>
          <p:cNvSpPr/>
          <p:nvPr/>
        </p:nvSpPr>
        <p:spPr>
          <a:xfrm>
            <a:off x="10224573" y="2495823"/>
            <a:ext cx="857301" cy="584473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ja-JP" sz="1050" dirty="0"/>
              <a:t>.</a:t>
            </a:r>
            <a:r>
              <a:rPr lang="en-US" altLang="ja-JP" sz="1050" dirty="0" err="1"/>
              <a:t>a</a:t>
            </a:r>
            <a:r>
              <a:rPr kumimoji="1" lang="en-US" altLang="ja-JP" sz="1050" dirty="0" err="1"/>
              <a:t>pk</a:t>
            </a:r>
            <a:endParaRPr kumimoji="1" lang="en-US" altLang="ja-JP" sz="1050" dirty="0"/>
          </a:p>
          <a:p>
            <a:pPr algn="ctr"/>
            <a:r>
              <a:rPr kumimoji="1" lang="ja-JP" altLang="en-US" sz="1050" dirty="0"/>
              <a:t>ファイル</a:t>
            </a:r>
            <a:endParaRPr kumimoji="1" lang="en-US" altLang="ja-JP" sz="1050" dirty="0"/>
          </a:p>
        </p:txBody>
      </p:sp>
      <p:sp>
        <p:nvSpPr>
          <p:cNvPr id="82" name="矢印: 折線 81">
            <a:extLst>
              <a:ext uri="{FF2B5EF4-FFF2-40B4-BE49-F238E27FC236}">
                <a16:creationId xmlns:a16="http://schemas.microsoft.com/office/drawing/2014/main" id="{9B79C645-0C1D-52DF-C907-7567BD09628B}"/>
              </a:ext>
            </a:extLst>
          </p:cNvPr>
          <p:cNvSpPr/>
          <p:nvPr/>
        </p:nvSpPr>
        <p:spPr>
          <a:xfrm rot="16200000" flipH="1">
            <a:off x="1952261" y="2047434"/>
            <a:ext cx="1508007" cy="340583"/>
          </a:xfrm>
          <a:prstGeom prst="bentArrow">
            <a:avLst>
              <a:gd name="adj1" fmla="val 35262"/>
              <a:gd name="adj2" fmla="val 31534"/>
              <a:gd name="adj3" fmla="val 31290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83" name="四角形: メモ 82">
            <a:extLst>
              <a:ext uri="{FF2B5EF4-FFF2-40B4-BE49-F238E27FC236}">
                <a16:creationId xmlns:a16="http://schemas.microsoft.com/office/drawing/2014/main" id="{536F2E9A-B1CE-D4F6-6630-A913C3316CDD}"/>
              </a:ext>
            </a:extLst>
          </p:cNvPr>
          <p:cNvSpPr/>
          <p:nvPr/>
        </p:nvSpPr>
        <p:spPr>
          <a:xfrm>
            <a:off x="10220245" y="1441111"/>
            <a:ext cx="857301" cy="584473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ja-JP" sz="1050" dirty="0"/>
              <a:t>.</a:t>
            </a:r>
            <a:r>
              <a:rPr lang="en-US" altLang="ja-JP" sz="1050" dirty="0" err="1"/>
              <a:t>aab</a:t>
            </a:r>
            <a:endParaRPr kumimoji="1" lang="en-US" altLang="ja-JP" sz="1050" dirty="0"/>
          </a:p>
          <a:p>
            <a:pPr algn="ctr"/>
            <a:r>
              <a:rPr kumimoji="1" lang="ja-JP" altLang="en-US" sz="1050" dirty="0"/>
              <a:t>ファイル</a:t>
            </a:r>
            <a:endParaRPr kumimoji="1" lang="en-US" altLang="ja-JP" sz="1050" dirty="0"/>
          </a:p>
        </p:txBody>
      </p:sp>
      <p:sp>
        <p:nvSpPr>
          <p:cNvPr id="84" name="四角形: メモ 83">
            <a:extLst>
              <a:ext uri="{FF2B5EF4-FFF2-40B4-BE49-F238E27FC236}">
                <a16:creationId xmlns:a16="http://schemas.microsoft.com/office/drawing/2014/main" id="{CC3F4295-BE7E-49CD-C40F-6CDF650F3B5C}"/>
              </a:ext>
            </a:extLst>
          </p:cNvPr>
          <p:cNvSpPr/>
          <p:nvPr/>
        </p:nvSpPr>
        <p:spPr>
          <a:xfrm>
            <a:off x="9205686" y="1090780"/>
            <a:ext cx="857301" cy="593276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/>
              <a:t>スクリーンショット</a:t>
            </a:r>
            <a:endParaRPr kumimoji="1" lang="en-US" altLang="ja-JP" sz="1000" dirty="0"/>
          </a:p>
        </p:txBody>
      </p:sp>
      <p:sp>
        <p:nvSpPr>
          <p:cNvPr id="85" name="四角形: メモ 84">
            <a:extLst>
              <a:ext uri="{FF2B5EF4-FFF2-40B4-BE49-F238E27FC236}">
                <a16:creationId xmlns:a16="http://schemas.microsoft.com/office/drawing/2014/main" id="{85B2C286-CCBC-1B9D-F8E0-7865C5DBA78A}"/>
              </a:ext>
            </a:extLst>
          </p:cNvPr>
          <p:cNvSpPr/>
          <p:nvPr/>
        </p:nvSpPr>
        <p:spPr>
          <a:xfrm>
            <a:off x="9261454" y="1121048"/>
            <a:ext cx="857301" cy="593276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/>
              <a:t>スクリーンショット</a:t>
            </a:r>
            <a:endParaRPr kumimoji="1" lang="en-US" altLang="ja-JP" sz="1000" dirty="0"/>
          </a:p>
        </p:txBody>
      </p:sp>
      <p:sp>
        <p:nvSpPr>
          <p:cNvPr id="86" name="四角形: メモ 85">
            <a:extLst>
              <a:ext uri="{FF2B5EF4-FFF2-40B4-BE49-F238E27FC236}">
                <a16:creationId xmlns:a16="http://schemas.microsoft.com/office/drawing/2014/main" id="{5C64BBB9-9F03-6D0A-5ADC-1B9E0678EDEB}"/>
              </a:ext>
            </a:extLst>
          </p:cNvPr>
          <p:cNvSpPr/>
          <p:nvPr/>
        </p:nvSpPr>
        <p:spPr>
          <a:xfrm>
            <a:off x="9317222" y="1172203"/>
            <a:ext cx="857301" cy="593276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/>
              <a:t>スクリーンショット</a:t>
            </a:r>
            <a:endParaRPr kumimoji="1" lang="en-US" altLang="ja-JP" sz="1000" dirty="0"/>
          </a:p>
        </p:txBody>
      </p:sp>
      <p:sp>
        <p:nvSpPr>
          <p:cNvPr id="7" name="矢印: 折線 6">
            <a:extLst>
              <a:ext uri="{FF2B5EF4-FFF2-40B4-BE49-F238E27FC236}">
                <a16:creationId xmlns:a16="http://schemas.microsoft.com/office/drawing/2014/main" id="{2365B923-F92C-5E5C-3076-21FF80DFD708}"/>
              </a:ext>
            </a:extLst>
          </p:cNvPr>
          <p:cNvSpPr/>
          <p:nvPr/>
        </p:nvSpPr>
        <p:spPr>
          <a:xfrm rot="16200000" flipH="1">
            <a:off x="2485540" y="2580712"/>
            <a:ext cx="441447" cy="340583"/>
          </a:xfrm>
          <a:prstGeom prst="bentArrow">
            <a:avLst>
              <a:gd name="adj1" fmla="val 35262"/>
              <a:gd name="adj2" fmla="val 31534"/>
              <a:gd name="adj3" fmla="val 31290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四角形: メモ 9">
            <a:extLst>
              <a:ext uri="{FF2B5EF4-FFF2-40B4-BE49-F238E27FC236}">
                <a16:creationId xmlns:a16="http://schemas.microsoft.com/office/drawing/2014/main" id="{C3BD277B-1E5C-E6D7-AC78-3745D804BAF8}"/>
              </a:ext>
            </a:extLst>
          </p:cNvPr>
          <p:cNvSpPr/>
          <p:nvPr/>
        </p:nvSpPr>
        <p:spPr>
          <a:xfrm>
            <a:off x="7351061" y="760106"/>
            <a:ext cx="857301" cy="593276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/>
              <a:t>スクリーンショット</a:t>
            </a:r>
            <a:endParaRPr kumimoji="1" lang="en-US" altLang="ja-JP" sz="1000" dirty="0"/>
          </a:p>
        </p:txBody>
      </p:sp>
      <p:sp>
        <p:nvSpPr>
          <p:cNvPr id="11" name="四角形: メモ 10">
            <a:extLst>
              <a:ext uri="{FF2B5EF4-FFF2-40B4-BE49-F238E27FC236}">
                <a16:creationId xmlns:a16="http://schemas.microsoft.com/office/drawing/2014/main" id="{E39CB116-84D4-9F73-4634-40912455B297}"/>
              </a:ext>
            </a:extLst>
          </p:cNvPr>
          <p:cNvSpPr/>
          <p:nvPr/>
        </p:nvSpPr>
        <p:spPr>
          <a:xfrm>
            <a:off x="7406829" y="790374"/>
            <a:ext cx="857301" cy="593276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/>
              <a:t>スクリーンショット</a:t>
            </a:r>
            <a:endParaRPr kumimoji="1" lang="en-US" altLang="ja-JP" sz="1000" dirty="0"/>
          </a:p>
        </p:txBody>
      </p:sp>
      <p:sp>
        <p:nvSpPr>
          <p:cNvPr id="14" name="四角形: メモ 13">
            <a:extLst>
              <a:ext uri="{FF2B5EF4-FFF2-40B4-BE49-F238E27FC236}">
                <a16:creationId xmlns:a16="http://schemas.microsoft.com/office/drawing/2014/main" id="{38BB5D0F-582B-0DAB-E4B9-A8ACB3728D15}"/>
              </a:ext>
            </a:extLst>
          </p:cNvPr>
          <p:cNvSpPr/>
          <p:nvPr/>
        </p:nvSpPr>
        <p:spPr>
          <a:xfrm>
            <a:off x="7462597" y="841529"/>
            <a:ext cx="857301" cy="593276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/>
              <a:t>スクリーンショット</a:t>
            </a:r>
            <a:endParaRPr kumimoji="1" lang="en-US" altLang="ja-JP" sz="1000" dirty="0"/>
          </a:p>
        </p:txBody>
      </p:sp>
      <p:sp>
        <p:nvSpPr>
          <p:cNvPr id="15" name="四角形: メモ 14">
            <a:extLst>
              <a:ext uri="{FF2B5EF4-FFF2-40B4-BE49-F238E27FC236}">
                <a16:creationId xmlns:a16="http://schemas.microsoft.com/office/drawing/2014/main" id="{ED12465F-E81D-6F34-E83B-E3BF5E6DE4C8}"/>
              </a:ext>
            </a:extLst>
          </p:cNvPr>
          <p:cNvSpPr/>
          <p:nvPr/>
        </p:nvSpPr>
        <p:spPr>
          <a:xfrm>
            <a:off x="7469476" y="1871439"/>
            <a:ext cx="857301" cy="584473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ja-JP" sz="1050" dirty="0"/>
              <a:t>.</a:t>
            </a:r>
            <a:r>
              <a:rPr lang="en-US" altLang="ja-JP" sz="1050" dirty="0" err="1"/>
              <a:t>aab</a:t>
            </a:r>
            <a:endParaRPr kumimoji="1" lang="en-US" altLang="ja-JP" sz="1050" dirty="0"/>
          </a:p>
          <a:p>
            <a:pPr algn="ctr"/>
            <a:r>
              <a:rPr kumimoji="1" lang="ja-JP" altLang="en-US" sz="1050" dirty="0"/>
              <a:t>ファイル</a:t>
            </a:r>
            <a:endParaRPr kumimoji="1" lang="en-US" altLang="ja-JP" sz="1050" dirty="0"/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27F84712-4398-6618-C4D7-C8580D3B0EFF}"/>
              </a:ext>
            </a:extLst>
          </p:cNvPr>
          <p:cNvCxnSpPr/>
          <p:nvPr/>
        </p:nvCxnSpPr>
        <p:spPr>
          <a:xfrm>
            <a:off x="6972300" y="762163"/>
            <a:ext cx="0" cy="2447761"/>
          </a:xfrm>
          <a:prstGeom prst="line">
            <a:avLst/>
          </a:prstGeom>
          <a:ln w="9525">
            <a:solidFill>
              <a:schemeClr val="tx1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矢印: 右 33">
            <a:extLst>
              <a:ext uri="{FF2B5EF4-FFF2-40B4-BE49-F238E27FC236}">
                <a16:creationId xmlns:a16="http://schemas.microsoft.com/office/drawing/2014/main" id="{43D67FC2-7759-27AA-5CF4-42A856F44BF6}"/>
              </a:ext>
            </a:extLst>
          </p:cNvPr>
          <p:cNvSpPr/>
          <p:nvPr/>
        </p:nvSpPr>
        <p:spPr>
          <a:xfrm>
            <a:off x="8659093" y="1389705"/>
            <a:ext cx="430026" cy="306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96CF0780-25A0-92FF-B664-239A6A75C132}"/>
              </a:ext>
            </a:extLst>
          </p:cNvPr>
          <p:cNvSpPr txBox="1"/>
          <p:nvPr/>
        </p:nvSpPr>
        <p:spPr>
          <a:xfrm>
            <a:off x="8326777" y="1729179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/>
              <a:t>アップロード</a:t>
            </a: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B1144C8C-0CFB-0A75-6301-082968C73BBE}"/>
              </a:ext>
            </a:extLst>
          </p:cNvPr>
          <p:cNvSpPr txBox="1"/>
          <p:nvPr/>
        </p:nvSpPr>
        <p:spPr>
          <a:xfrm>
            <a:off x="899360" y="6181725"/>
            <a:ext cx="10940215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ja-JP" altLang="en-US" sz="1400" dirty="0"/>
              <a:t>本番パッケージ作成時、</a:t>
            </a:r>
            <a:r>
              <a:rPr lang="en-US" altLang="ja-JP" sz="1400" dirty="0"/>
              <a:t>EAS Build</a:t>
            </a:r>
            <a:r>
              <a:rPr lang="ja-JP" altLang="en-US" sz="1400" dirty="0"/>
              <a:t>はソースコードとアセット（画像等）を開発</a:t>
            </a:r>
            <a:r>
              <a:rPr lang="en-US" altLang="ja-JP" sz="1400" dirty="0"/>
              <a:t>PC</a:t>
            </a:r>
            <a:r>
              <a:rPr lang="ja-JP" altLang="en-US" sz="1400" dirty="0"/>
              <a:t>からクラウドへ送信します（</a:t>
            </a:r>
            <a:r>
              <a:rPr lang="en-US" altLang="ja-JP" sz="1400" dirty="0"/>
              <a:t>※1</a:t>
            </a:r>
            <a:r>
              <a:rPr lang="ja-JP" altLang="en-US" sz="1400" dirty="0"/>
              <a:t>）。クラウド上では</a:t>
            </a:r>
            <a:r>
              <a:rPr lang="en-US" altLang="ja-JP" sz="1400" dirty="0"/>
              <a:t>Metro</a:t>
            </a:r>
            <a:r>
              <a:rPr lang="ja-JP" altLang="en-US" sz="1400" dirty="0"/>
              <a:t>がコードを単一の</a:t>
            </a:r>
            <a:r>
              <a:rPr lang="en-US" altLang="ja-JP" sz="1400" dirty="0"/>
              <a:t>JavaScript</a:t>
            </a:r>
            <a:r>
              <a:rPr lang="ja-JP" altLang="en-US" sz="1400" dirty="0"/>
              <a:t>バンドルへとまとめ、さらに</a:t>
            </a:r>
            <a:r>
              <a:rPr lang="en-US" altLang="ja-JP" sz="1400" dirty="0"/>
              <a:t>Hermes Compiler</a:t>
            </a:r>
            <a:r>
              <a:rPr lang="ja-JP" altLang="en-US" sz="1400" dirty="0"/>
              <a:t>がそれを実行効率の良いバイトコードへと変換します。最終的に</a:t>
            </a:r>
            <a:r>
              <a:rPr lang="en-US" altLang="ja-JP" sz="1400" dirty="0"/>
              <a:t>Gradle</a:t>
            </a:r>
            <a:r>
              <a:rPr lang="ja-JP" altLang="en-US" sz="1400" dirty="0"/>
              <a:t>がこれらとアセットを統合し、</a:t>
            </a:r>
            <a:r>
              <a:rPr lang="en-US" altLang="ja-JP" sz="1400" dirty="0"/>
              <a:t>Google Play</a:t>
            </a:r>
            <a:r>
              <a:rPr lang="ja-JP" altLang="en-US" sz="1400" dirty="0"/>
              <a:t>配布用の</a:t>
            </a:r>
            <a:r>
              <a:rPr lang="en-US" altLang="ja-JP" sz="1400" dirty="0"/>
              <a:t>.</a:t>
            </a:r>
            <a:r>
              <a:rPr lang="en-US" altLang="ja-JP" sz="1400" dirty="0" err="1"/>
              <a:t>aab</a:t>
            </a:r>
            <a:r>
              <a:rPr lang="ja-JP" altLang="en-US" sz="1400" dirty="0"/>
              <a:t>ファイルを生成します。</a:t>
            </a:r>
          </a:p>
          <a:p>
            <a:r>
              <a:rPr lang="ja-JP" altLang="en-US" sz="1400" dirty="0"/>
              <a:t>開発者はこの</a:t>
            </a:r>
            <a:r>
              <a:rPr lang="en-US" altLang="ja-JP" sz="1400" dirty="0"/>
              <a:t>.</a:t>
            </a:r>
            <a:r>
              <a:rPr lang="en-US" altLang="ja-JP" sz="1400" dirty="0" err="1"/>
              <a:t>aab</a:t>
            </a:r>
            <a:r>
              <a:rPr lang="ja-JP" altLang="en-US" sz="1400" dirty="0"/>
              <a:t>ファイルをダウンロードし、スクリーンショット等の必要情報と共に</a:t>
            </a:r>
            <a:r>
              <a:rPr lang="en-US" altLang="ja-JP" sz="1400" dirty="0"/>
              <a:t>Google Play Console</a:t>
            </a:r>
            <a:r>
              <a:rPr lang="ja-JP" altLang="en-US" sz="1400" dirty="0"/>
              <a:t>へアップロードします。ユーザーがアプリをインストールする際は、</a:t>
            </a:r>
            <a:r>
              <a:rPr lang="en-US" altLang="ja-JP" sz="1400" dirty="0"/>
              <a:t>Google Play</a:t>
            </a:r>
            <a:r>
              <a:rPr lang="ja-JP" altLang="en-US" sz="1400" dirty="0"/>
              <a:t>が端末の仕様に最適化した</a:t>
            </a:r>
            <a:r>
              <a:rPr lang="en-US" altLang="ja-JP" sz="1400" dirty="0"/>
              <a:t>.</a:t>
            </a:r>
            <a:r>
              <a:rPr lang="en-US" altLang="ja-JP" sz="1400" dirty="0" err="1"/>
              <a:t>apk</a:t>
            </a:r>
            <a:r>
              <a:rPr lang="ja-JP" altLang="en-US" sz="1400" dirty="0"/>
              <a:t>ファイルを</a:t>
            </a:r>
            <a:r>
              <a:rPr lang="en-US" altLang="ja-JP" sz="1400" dirty="0"/>
              <a:t>.</a:t>
            </a:r>
            <a:r>
              <a:rPr lang="en-US" altLang="ja-JP" sz="1400" dirty="0" err="1"/>
              <a:t>aab</a:t>
            </a:r>
            <a:r>
              <a:rPr lang="ja-JP" altLang="en-US" sz="1400" dirty="0"/>
              <a:t>から生成し、各端末へ配信します。</a:t>
            </a:r>
          </a:p>
          <a:p>
            <a:r>
              <a:rPr lang="ja-JP" altLang="en-US" sz="1400" dirty="0"/>
              <a:t>スマホ端末側では、</a:t>
            </a:r>
            <a:r>
              <a:rPr lang="en-US" altLang="ja-JP" sz="1400" dirty="0"/>
              <a:t>.</a:t>
            </a:r>
            <a:r>
              <a:rPr lang="en-US" altLang="ja-JP" sz="1400" dirty="0" err="1"/>
              <a:t>apk</a:t>
            </a:r>
            <a:r>
              <a:rPr lang="ja-JP" altLang="en-US" sz="1400" dirty="0"/>
              <a:t>に含まれる</a:t>
            </a:r>
            <a:r>
              <a:rPr lang="en-US" altLang="ja-JP" sz="1400" dirty="0"/>
              <a:t>Hermes VM</a:t>
            </a:r>
            <a:r>
              <a:rPr lang="ja-JP" altLang="en-US" sz="1400" dirty="0"/>
              <a:t>が同じく同梱されたバイトコードを読み取り、アプリを実行します。</a:t>
            </a:r>
            <a:endParaRPr lang="en-US" altLang="ja-JP" sz="1400" dirty="0"/>
          </a:p>
          <a:p>
            <a:r>
              <a:rPr lang="en-US" altLang="ja-JP" sz="1400" dirty="0"/>
              <a:t>[*1]:</a:t>
            </a:r>
            <a:r>
              <a:rPr lang="en-US" altLang="ja-JP" sz="1400" dirty="0" err="1"/>
              <a:t>node_modules</a:t>
            </a:r>
            <a:r>
              <a:rPr lang="ja-JP" altLang="en-US" sz="1400" dirty="0"/>
              <a:t>はサイズが大きいため</a:t>
            </a:r>
            <a:r>
              <a:rPr lang="en-US" altLang="ja-JP" sz="1400" dirty="0"/>
              <a:t>PC</a:t>
            </a:r>
            <a:r>
              <a:rPr lang="ja-JP" altLang="en-US" sz="1400" dirty="0"/>
              <a:t>から送信せず、</a:t>
            </a:r>
            <a:r>
              <a:rPr lang="en-US" altLang="ja-JP" sz="1400" dirty="0" err="1"/>
              <a:t>package.json</a:t>
            </a:r>
            <a:r>
              <a:rPr lang="ja-JP" altLang="en-US" sz="1400" dirty="0"/>
              <a:t>の情報を元にクラウド上で再現します。</a:t>
            </a:r>
            <a:endParaRPr kumimoji="1" lang="ja-JP" altLang="en-US" sz="1400" dirty="0"/>
          </a:p>
        </p:txBody>
      </p:sp>
      <p:sp>
        <p:nvSpPr>
          <p:cNvPr id="57" name="矢印: 右 56">
            <a:extLst>
              <a:ext uri="{FF2B5EF4-FFF2-40B4-BE49-F238E27FC236}">
                <a16:creationId xmlns:a16="http://schemas.microsoft.com/office/drawing/2014/main" id="{6867FCD7-0CD7-3819-29F6-55E131E355BC}"/>
              </a:ext>
            </a:extLst>
          </p:cNvPr>
          <p:cNvSpPr/>
          <p:nvPr/>
        </p:nvSpPr>
        <p:spPr>
          <a:xfrm rot="5400000">
            <a:off x="10437920" y="2101338"/>
            <a:ext cx="402844" cy="306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3BE5AB87-BC95-250E-77C3-41106F045EF0}"/>
              </a:ext>
            </a:extLst>
          </p:cNvPr>
          <p:cNvSpPr txBox="1"/>
          <p:nvPr/>
        </p:nvSpPr>
        <p:spPr>
          <a:xfrm>
            <a:off x="10688965" y="2150581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/>
              <a:t>インストール</a:t>
            </a:r>
          </a:p>
        </p:txBody>
      </p:sp>
      <p:sp>
        <p:nvSpPr>
          <p:cNvPr id="70" name="四角形: 角を丸くする 69">
            <a:extLst>
              <a:ext uri="{FF2B5EF4-FFF2-40B4-BE49-F238E27FC236}">
                <a16:creationId xmlns:a16="http://schemas.microsoft.com/office/drawing/2014/main" id="{1C32CDDA-D5F7-381F-0F16-A4DEAECC9B6A}"/>
              </a:ext>
            </a:extLst>
          </p:cNvPr>
          <p:cNvSpPr/>
          <p:nvPr/>
        </p:nvSpPr>
        <p:spPr>
          <a:xfrm>
            <a:off x="9211542" y="4978468"/>
            <a:ext cx="2254825" cy="310985"/>
          </a:xfrm>
          <a:prstGeom prst="roundRect">
            <a:avLst>
              <a:gd name="adj" fmla="val 8868"/>
            </a:avLst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1600" dirty="0"/>
              <a:t>Java/ART</a:t>
            </a:r>
            <a:endParaRPr kumimoji="1" lang="ja-JP" altLang="en-US" sz="1600" dirty="0"/>
          </a:p>
        </p:txBody>
      </p:sp>
      <p:sp>
        <p:nvSpPr>
          <p:cNvPr id="87" name="四角形: 角を丸くする 86">
            <a:extLst>
              <a:ext uri="{FF2B5EF4-FFF2-40B4-BE49-F238E27FC236}">
                <a16:creationId xmlns:a16="http://schemas.microsoft.com/office/drawing/2014/main" id="{81DF7729-15CE-A6A3-C2C0-ABC9BF85C894}"/>
              </a:ext>
            </a:extLst>
          </p:cNvPr>
          <p:cNvSpPr/>
          <p:nvPr/>
        </p:nvSpPr>
        <p:spPr>
          <a:xfrm>
            <a:off x="1647823" y="3565448"/>
            <a:ext cx="6823301" cy="310984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OS(Windows/Linux/</a:t>
            </a:r>
            <a:r>
              <a:rPr lang="en-US" altLang="ja-JP" sz="1600" dirty="0"/>
              <a:t>m</a:t>
            </a:r>
            <a:r>
              <a:rPr kumimoji="1" lang="en-US" altLang="ja-JP" sz="1600" dirty="0"/>
              <a:t>acOS)</a:t>
            </a:r>
            <a:endParaRPr kumimoji="1" lang="ja-JP" altLang="en-US" sz="1600" dirty="0"/>
          </a:p>
        </p:txBody>
      </p:sp>
      <p:sp>
        <p:nvSpPr>
          <p:cNvPr id="55" name="矢印: 下 54">
            <a:extLst>
              <a:ext uri="{FF2B5EF4-FFF2-40B4-BE49-F238E27FC236}">
                <a16:creationId xmlns:a16="http://schemas.microsoft.com/office/drawing/2014/main" id="{29949165-C8CF-8312-E294-2718945CB16E}"/>
              </a:ext>
            </a:extLst>
          </p:cNvPr>
          <p:cNvSpPr/>
          <p:nvPr/>
        </p:nvSpPr>
        <p:spPr>
          <a:xfrm>
            <a:off x="2473870" y="3277628"/>
            <a:ext cx="315559" cy="13309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四角形: メモ 88">
            <a:extLst>
              <a:ext uri="{FF2B5EF4-FFF2-40B4-BE49-F238E27FC236}">
                <a16:creationId xmlns:a16="http://schemas.microsoft.com/office/drawing/2014/main" id="{8D5C5C00-8718-A8EF-B39E-2EB74ACE10B3}"/>
              </a:ext>
            </a:extLst>
          </p:cNvPr>
          <p:cNvSpPr/>
          <p:nvPr/>
        </p:nvSpPr>
        <p:spPr>
          <a:xfrm>
            <a:off x="10524815" y="4340357"/>
            <a:ext cx="827216" cy="560559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50" dirty="0"/>
              <a:t>Hermes</a:t>
            </a:r>
          </a:p>
          <a:p>
            <a:pPr algn="ctr"/>
            <a:r>
              <a:rPr lang="en-US" altLang="ja-JP" sz="1050" dirty="0"/>
              <a:t>Bytecode</a:t>
            </a:r>
          </a:p>
          <a:p>
            <a:pPr algn="ctr"/>
            <a:r>
              <a:rPr kumimoji="1" lang="en-US" altLang="ja-JP" sz="900" dirty="0"/>
              <a:t>(.</a:t>
            </a:r>
            <a:r>
              <a:rPr kumimoji="1" lang="en-US" altLang="ja-JP" sz="900" dirty="0" err="1"/>
              <a:t>hbc</a:t>
            </a:r>
            <a:r>
              <a:rPr kumimoji="1" lang="en-US" altLang="ja-JP" sz="900" dirty="0"/>
              <a:t>)</a:t>
            </a:r>
          </a:p>
        </p:txBody>
      </p:sp>
      <p:sp>
        <p:nvSpPr>
          <p:cNvPr id="90" name="四角形: メモ 89">
            <a:extLst>
              <a:ext uri="{FF2B5EF4-FFF2-40B4-BE49-F238E27FC236}">
                <a16:creationId xmlns:a16="http://schemas.microsoft.com/office/drawing/2014/main" id="{9C97EAAC-F855-1056-B2A9-8690ACC32F93}"/>
              </a:ext>
            </a:extLst>
          </p:cNvPr>
          <p:cNvSpPr/>
          <p:nvPr/>
        </p:nvSpPr>
        <p:spPr>
          <a:xfrm>
            <a:off x="10719309" y="3660314"/>
            <a:ext cx="438228" cy="477860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/>
              <a:t>画像など</a:t>
            </a:r>
            <a:endParaRPr kumimoji="1" lang="en-US" altLang="ja-JP" sz="1000" dirty="0"/>
          </a:p>
        </p:txBody>
      </p:sp>
      <p:sp>
        <p:nvSpPr>
          <p:cNvPr id="91" name="四角形: メモ 90">
            <a:extLst>
              <a:ext uri="{FF2B5EF4-FFF2-40B4-BE49-F238E27FC236}">
                <a16:creationId xmlns:a16="http://schemas.microsoft.com/office/drawing/2014/main" id="{62A25CA9-A5DF-1011-BABF-F75256F171D8}"/>
              </a:ext>
            </a:extLst>
          </p:cNvPr>
          <p:cNvSpPr/>
          <p:nvPr/>
        </p:nvSpPr>
        <p:spPr>
          <a:xfrm>
            <a:off x="10786860" y="3757093"/>
            <a:ext cx="438228" cy="477860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/>
              <a:t>画像など</a:t>
            </a:r>
            <a:endParaRPr kumimoji="1" lang="en-US" altLang="ja-JP" sz="1000" dirty="0"/>
          </a:p>
        </p:txBody>
      </p:sp>
      <p:sp>
        <p:nvSpPr>
          <p:cNvPr id="92" name="四角形: メモ 91">
            <a:extLst>
              <a:ext uri="{FF2B5EF4-FFF2-40B4-BE49-F238E27FC236}">
                <a16:creationId xmlns:a16="http://schemas.microsoft.com/office/drawing/2014/main" id="{7BAF56D3-5A9F-752A-6C49-785AF510D5B4}"/>
              </a:ext>
            </a:extLst>
          </p:cNvPr>
          <p:cNvSpPr/>
          <p:nvPr/>
        </p:nvSpPr>
        <p:spPr>
          <a:xfrm>
            <a:off x="10854411" y="3840725"/>
            <a:ext cx="438228" cy="477860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/>
              <a:t>画像など</a:t>
            </a:r>
            <a:endParaRPr kumimoji="1" lang="en-US" altLang="ja-JP" sz="1000" dirty="0"/>
          </a:p>
        </p:txBody>
      </p:sp>
      <p:sp>
        <p:nvSpPr>
          <p:cNvPr id="93" name="矢印: 右 92">
            <a:extLst>
              <a:ext uri="{FF2B5EF4-FFF2-40B4-BE49-F238E27FC236}">
                <a16:creationId xmlns:a16="http://schemas.microsoft.com/office/drawing/2014/main" id="{7872CCBE-90AD-9B51-503E-EE4ED281440A}"/>
              </a:ext>
            </a:extLst>
          </p:cNvPr>
          <p:cNvSpPr/>
          <p:nvPr/>
        </p:nvSpPr>
        <p:spPr>
          <a:xfrm rot="5400000">
            <a:off x="10494496" y="3121450"/>
            <a:ext cx="308796" cy="306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96F5CB86-1355-4D36-FD48-5FDCE2543692}"/>
              </a:ext>
            </a:extLst>
          </p:cNvPr>
          <p:cNvSpPr txBox="1"/>
          <p:nvPr/>
        </p:nvSpPr>
        <p:spPr>
          <a:xfrm>
            <a:off x="10777113" y="3163928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/>
              <a:t>起動</a:t>
            </a:r>
          </a:p>
        </p:txBody>
      </p:sp>
    </p:spTree>
    <p:extLst>
      <p:ext uri="{BB962C8B-B14F-4D97-AF65-F5344CB8AC3E}">
        <p14:creationId xmlns:p14="http://schemas.microsoft.com/office/powerpoint/2010/main" val="3017845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9CFD47E-E3DE-A12C-F6F9-96BB44167E5A}"/>
              </a:ext>
            </a:extLst>
          </p:cNvPr>
          <p:cNvSpPr txBox="1"/>
          <p:nvPr/>
        </p:nvSpPr>
        <p:spPr>
          <a:xfrm>
            <a:off x="1644707" y="1314535"/>
            <a:ext cx="3770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800" dirty="0" err="1"/>
              <a:t>src</a:t>
            </a:r>
            <a:r>
              <a:rPr lang="en-US" altLang="ja-JP" sz="800" dirty="0"/>
              <a:t>/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1618E9A-CF2C-5613-EAB5-E13CC013BEEE}"/>
              </a:ext>
            </a:extLst>
          </p:cNvPr>
          <p:cNvSpPr txBox="1"/>
          <p:nvPr/>
        </p:nvSpPr>
        <p:spPr>
          <a:xfrm>
            <a:off x="1196507" y="812165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800" dirty="0"/>
              <a:t>my-app/</a:t>
            </a:r>
          </a:p>
        </p:txBody>
      </p:sp>
      <p:cxnSp>
        <p:nvCxnSpPr>
          <p:cNvPr id="16" name="コネクタ: カギ線 15">
            <a:extLst>
              <a:ext uri="{FF2B5EF4-FFF2-40B4-BE49-F238E27FC236}">
                <a16:creationId xmlns:a16="http://schemas.microsoft.com/office/drawing/2014/main" id="{73138042-DA69-5B83-EF37-307F3A148315}"/>
              </a:ext>
            </a:extLst>
          </p:cNvPr>
          <p:cNvCxnSpPr>
            <a:stCxn id="12" idx="2"/>
            <a:endCxn id="4" idx="1"/>
          </p:cNvCxnSpPr>
          <p:nvPr/>
        </p:nvCxnSpPr>
        <p:spPr>
          <a:xfrm rot="16200000" flipH="1">
            <a:off x="1372042" y="1149592"/>
            <a:ext cx="394648" cy="150682"/>
          </a:xfrm>
          <a:prstGeom prst="bentConnector2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9B9085EB-8498-DFAB-771A-4C3F5321AE4F}"/>
              </a:ext>
            </a:extLst>
          </p:cNvPr>
          <p:cNvSpPr txBox="1"/>
          <p:nvPr/>
        </p:nvSpPr>
        <p:spPr>
          <a:xfrm>
            <a:off x="1644707" y="975081"/>
            <a:ext cx="48603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800" dirty="0"/>
              <a:t>.expo/</a:t>
            </a:r>
            <a:endParaRPr kumimoji="1" lang="ja-JP" altLang="en-US" sz="800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0284EF3F-5340-3E95-295D-974864A86BDF}"/>
              </a:ext>
            </a:extLst>
          </p:cNvPr>
          <p:cNvSpPr txBox="1"/>
          <p:nvPr/>
        </p:nvSpPr>
        <p:spPr>
          <a:xfrm>
            <a:off x="1644707" y="1144808"/>
            <a:ext cx="9220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800" dirty="0" err="1"/>
              <a:t>node_modules</a:t>
            </a:r>
            <a:r>
              <a:rPr lang="en-US" altLang="ja-JP" sz="800" dirty="0"/>
              <a:t>/</a:t>
            </a:r>
            <a:endParaRPr kumimoji="1" lang="ja-JP" altLang="en-US" sz="8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C2F49323-FC04-D10F-2A86-BC813D17E991}"/>
              </a:ext>
            </a:extLst>
          </p:cNvPr>
          <p:cNvSpPr txBox="1"/>
          <p:nvPr/>
        </p:nvSpPr>
        <p:spPr>
          <a:xfrm>
            <a:off x="1644707" y="1823716"/>
            <a:ext cx="37863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800" dirty="0"/>
              <a:t>.env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51D7D14D-A328-8079-DBD2-F7A54F796436}"/>
              </a:ext>
            </a:extLst>
          </p:cNvPr>
          <p:cNvSpPr txBox="1"/>
          <p:nvPr/>
        </p:nvSpPr>
        <p:spPr>
          <a:xfrm>
            <a:off x="1644706" y="1484262"/>
            <a:ext cx="58862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800" dirty="0" err="1"/>
              <a:t>app.json</a:t>
            </a:r>
            <a:endParaRPr lang="en-US" altLang="ja-JP" sz="800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6D16726C-91FA-C378-4FEA-2970A9C808CD}"/>
              </a:ext>
            </a:extLst>
          </p:cNvPr>
          <p:cNvSpPr txBox="1"/>
          <p:nvPr/>
        </p:nvSpPr>
        <p:spPr>
          <a:xfrm>
            <a:off x="1644707" y="2332897"/>
            <a:ext cx="8082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800" dirty="0" err="1"/>
              <a:t>package.json</a:t>
            </a:r>
            <a:endParaRPr lang="en-US" altLang="ja-JP" sz="800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7C778817-3BBB-8F5A-83AF-F07FDB3B3B1E}"/>
              </a:ext>
            </a:extLst>
          </p:cNvPr>
          <p:cNvSpPr txBox="1"/>
          <p:nvPr/>
        </p:nvSpPr>
        <p:spPr>
          <a:xfrm>
            <a:off x="1644707" y="2163170"/>
            <a:ext cx="104547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800" dirty="0"/>
              <a:t>package-</a:t>
            </a:r>
            <a:r>
              <a:rPr lang="en-US" altLang="ja-JP" sz="800" dirty="0" err="1"/>
              <a:t>lock.json</a:t>
            </a:r>
            <a:endParaRPr lang="en-US" altLang="ja-JP" sz="800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6638FCFF-5F37-7570-E0A3-D2A2BF9D17E9}"/>
              </a:ext>
            </a:extLst>
          </p:cNvPr>
          <p:cNvSpPr txBox="1"/>
          <p:nvPr/>
        </p:nvSpPr>
        <p:spPr>
          <a:xfrm>
            <a:off x="1644707" y="1653989"/>
            <a:ext cx="87235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800" dirty="0"/>
              <a:t>babel.config.js</a:t>
            </a:r>
          </a:p>
        </p:txBody>
      </p:sp>
      <p:cxnSp>
        <p:nvCxnSpPr>
          <p:cNvPr id="43" name="コネクタ: カギ線 42">
            <a:extLst>
              <a:ext uri="{FF2B5EF4-FFF2-40B4-BE49-F238E27FC236}">
                <a16:creationId xmlns:a16="http://schemas.microsoft.com/office/drawing/2014/main" id="{8603B46C-CCC5-28A8-A0C6-EA5C33746853}"/>
              </a:ext>
            </a:extLst>
          </p:cNvPr>
          <p:cNvCxnSpPr>
            <a:cxnSpLocks/>
            <a:stCxn id="12" idx="2"/>
            <a:endCxn id="26" idx="1"/>
          </p:cNvCxnSpPr>
          <p:nvPr/>
        </p:nvCxnSpPr>
        <p:spPr>
          <a:xfrm rot="16200000" flipH="1">
            <a:off x="1541769" y="979865"/>
            <a:ext cx="55194" cy="150682"/>
          </a:xfrm>
          <a:prstGeom prst="bentConnector2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コネクタ: カギ線 45">
            <a:extLst>
              <a:ext uri="{FF2B5EF4-FFF2-40B4-BE49-F238E27FC236}">
                <a16:creationId xmlns:a16="http://schemas.microsoft.com/office/drawing/2014/main" id="{91880E4D-9DE9-2FD4-9C5B-53CC04664920}"/>
              </a:ext>
            </a:extLst>
          </p:cNvPr>
          <p:cNvCxnSpPr>
            <a:cxnSpLocks/>
            <a:stCxn id="12" idx="2"/>
            <a:endCxn id="27" idx="1"/>
          </p:cNvCxnSpPr>
          <p:nvPr/>
        </p:nvCxnSpPr>
        <p:spPr>
          <a:xfrm rot="16200000" flipH="1">
            <a:off x="1456906" y="1064728"/>
            <a:ext cx="224921" cy="150682"/>
          </a:xfrm>
          <a:prstGeom prst="bentConnector2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コネクタ: カギ線 48">
            <a:extLst>
              <a:ext uri="{FF2B5EF4-FFF2-40B4-BE49-F238E27FC236}">
                <a16:creationId xmlns:a16="http://schemas.microsoft.com/office/drawing/2014/main" id="{4A77BF46-5713-AEBF-B3C0-151854F9DB05}"/>
              </a:ext>
            </a:extLst>
          </p:cNvPr>
          <p:cNvCxnSpPr>
            <a:cxnSpLocks/>
            <a:stCxn id="12" idx="2"/>
            <a:endCxn id="29" idx="1"/>
          </p:cNvCxnSpPr>
          <p:nvPr/>
        </p:nvCxnSpPr>
        <p:spPr>
          <a:xfrm rot="16200000" flipH="1">
            <a:off x="1117452" y="1404182"/>
            <a:ext cx="903829" cy="150682"/>
          </a:xfrm>
          <a:prstGeom prst="bentConnector2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コネクタ: カギ線 51">
            <a:extLst>
              <a:ext uri="{FF2B5EF4-FFF2-40B4-BE49-F238E27FC236}">
                <a16:creationId xmlns:a16="http://schemas.microsoft.com/office/drawing/2014/main" id="{96C7031C-9F78-35A7-14C6-B0DE35B10604}"/>
              </a:ext>
            </a:extLst>
          </p:cNvPr>
          <p:cNvCxnSpPr>
            <a:cxnSpLocks/>
            <a:stCxn id="12" idx="2"/>
            <a:endCxn id="30" idx="1"/>
          </p:cNvCxnSpPr>
          <p:nvPr/>
        </p:nvCxnSpPr>
        <p:spPr>
          <a:xfrm rot="16200000" flipH="1">
            <a:off x="1287178" y="1234455"/>
            <a:ext cx="564375" cy="150681"/>
          </a:xfrm>
          <a:prstGeom prst="bentConnector2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コネクタ: カギ線 54">
            <a:extLst>
              <a:ext uri="{FF2B5EF4-FFF2-40B4-BE49-F238E27FC236}">
                <a16:creationId xmlns:a16="http://schemas.microsoft.com/office/drawing/2014/main" id="{427371D9-FD57-0263-F4B2-663D8C79D0FB}"/>
              </a:ext>
            </a:extLst>
          </p:cNvPr>
          <p:cNvCxnSpPr>
            <a:cxnSpLocks/>
            <a:stCxn id="12" idx="2"/>
            <a:endCxn id="34" idx="1"/>
          </p:cNvCxnSpPr>
          <p:nvPr/>
        </p:nvCxnSpPr>
        <p:spPr>
          <a:xfrm rot="16200000" flipH="1">
            <a:off x="1202315" y="1319319"/>
            <a:ext cx="734102" cy="150682"/>
          </a:xfrm>
          <a:prstGeom prst="bentConnector2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コネクタ: カギ線 57">
            <a:extLst>
              <a:ext uri="{FF2B5EF4-FFF2-40B4-BE49-F238E27FC236}">
                <a16:creationId xmlns:a16="http://schemas.microsoft.com/office/drawing/2014/main" id="{F8EBB940-164C-1BBF-A000-18EBB3607AE0}"/>
              </a:ext>
            </a:extLst>
          </p:cNvPr>
          <p:cNvCxnSpPr>
            <a:cxnSpLocks/>
            <a:stCxn id="12" idx="2"/>
            <a:endCxn id="32" idx="1"/>
          </p:cNvCxnSpPr>
          <p:nvPr/>
        </p:nvCxnSpPr>
        <p:spPr>
          <a:xfrm rot="16200000" flipH="1">
            <a:off x="947725" y="1573909"/>
            <a:ext cx="1243283" cy="150682"/>
          </a:xfrm>
          <a:prstGeom prst="bentConnector2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コネクタ: カギ線 60">
            <a:extLst>
              <a:ext uri="{FF2B5EF4-FFF2-40B4-BE49-F238E27FC236}">
                <a16:creationId xmlns:a16="http://schemas.microsoft.com/office/drawing/2014/main" id="{66E363F2-B9C1-7A2A-6554-E027113F2A0B}"/>
              </a:ext>
            </a:extLst>
          </p:cNvPr>
          <p:cNvCxnSpPr>
            <a:cxnSpLocks/>
            <a:stCxn id="12" idx="2"/>
            <a:endCxn id="31" idx="1"/>
          </p:cNvCxnSpPr>
          <p:nvPr/>
        </p:nvCxnSpPr>
        <p:spPr>
          <a:xfrm rot="16200000" flipH="1">
            <a:off x="862861" y="1658773"/>
            <a:ext cx="1413010" cy="150682"/>
          </a:xfrm>
          <a:prstGeom prst="bentConnector2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791D5F66-532D-6C22-0790-01C590E74926}"/>
              </a:ext>
            </a:extLst>
          </p:cNvPr>
          <p:cNvSpPr txBox="1"/>
          <p:nvPr/>
        </p:nvSpPr>
        <p:spPr>
          <a:xfrm>
            <a:off x="1644707" y="1993443"/>
            <a:ext cx="8883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800" dirty="0"/>
              <a:t>metro.config.js</a:t>
            </a:r>
          </a:p>
        </p:txBody>
      </p:sp>
      <p:cxnSp>
        <p:nvCxnSpPr>
          <p:cNvPr id="66" name="コネクタ: カギ線 65">
            <a:extLst>
              <a:ext uri="{FF2B5EF4-FFF2-40B4-BE49-F238E27FC236}">
                <a16:creationId xmlns:a16="http://schemas.microsoft.com/office/drawing/2014/main" id="{99AB013D-0F6C-AB53-B4B5-F0D1DDB3F285}"/>
              </a:ext>
            </a:extLst>
          </p:cNvPr>
          <p:cNvCxnSpPr>
            <a:cxnSpLocks/>
            <a:stCxn id="12" idx="2"/>
            <a:endCxn id="65" idx="1"/>
          </p:cNvCxnSpPr>
          <p:nvPr/>
        </p:nvCxnSpPr>
        <p:spPr>
          <a:xfrm rot="16200000" flipH="1">
            <a:off x="1032588" y="1489046"/>
            <a:ext cx="1073556" cy="150682"/>
          </a:xfrm>
          <a:prstGeom prst="bentConnector2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E7310E9B-80BE-85E3-CB09-7BD29D20ECB9}"/>
              </a:ext>
            </a:extLst>
          </p:cNvPr>
          <p:cNvSpPr txBox="1"/>
          <p:nvPr/>
        </p:nvSpPr>
        <p:spPr>
          <a:xfrm>
            <a:off x="1644707" y="2502628"/>
            <a:ext cx="7906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800" dirty="0" err="1"/>
              <a:t>tsconfig.json</a:t>
            </a:r>
            <a:endParaRPr lang="en-US" altLang="ja-JP" sz="800" dirty="0"/>
          </a:p>
        </p:txBody>
      </p:sp>
      <p:cxnSp>
        <p:nvCxnSpPr>
          <p:cNvPr id="75" name="コネクタ: カギ線 74">
            <a:extLst>
              <a:ext uri="{FF2B5EF4-FFF2-40B4-BE49-F238E27FC236}">
                <a16:creationId xmlns:a16="http://schemas.microsoft.com/office/drawing/2014/main" id="{13A464B8-3C4C-9761-9E30-2CE741568D0A}"/>
              </a:ext>
            </a:extLst>
          </p:cNvPr>
          <p:cNvCxnSpPr>
            <a:cxnSpLocks/>
            <a:stCxn id="12" idx="2"/>
            <a:endCxn id="74" idx="1"/>
          </p:cNvCxnSpPr>
          <p:nvPr/>
        </p:nvCxnSpPr>
        <p:spPr>
          <a:xfrm rot="16200000" flipH="1">
            <a:off x="777996" y="1743638"/>
            <a:ext cx="1582741" cy="150682"/>
          </a:xfrm>
          <a:prstGeom prst="bentConnector2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テキスト ボックス 127">
            <a:extLst>
              <a:ext uri="{FF2B5EF4-FFF2-40B4-BE49-F238E27FC236}">
                <a16:creationId xmlns:a16="http://schemas.microsoft.com/office/drawing/2014/main" id="{2E264C07-7269-718F-5E4D-F008AF9BCC10}"/>
              </a:ext>
            </a:extLst>
          </p:cNvPr>
          <p:cNvSpPr txBox="1"/>
          <p:nvPr/>
        </p:nvSpPr>
        <p:spPr>
          <a:xfrm>
            <a:off x="2540877" y="1839105"/>
            <a:ext cx="229261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600" dirty="0"/>
              <a:t>環境毎に異なる設定値を記載</a:t>
            </a:r>
            <a:r>
              <a:rPr lang="en-US" altLang="ja-JP" sz="600" dirty="0"/>
              <a:t>(API</a:t>
            </a:r>
            <a:r>
              <a:rPr lang="ja-JP" altLang="en-US" sz="600" dirty="0"/>
              <a:t>キーやパスワードもここ</a:t>
            </a:r>
            <a:r>
              <a:rPr lang="en-US" altLang="ja-JP" sz="600" dirty="0"/>
              <a:t>)</a:t>
            </a:r>
            <a:endParaRPr kumimoji="1" lang="ja-JP" altLang="en-US" sz="600" dirty="0"/>
          </a:p>
        </p:txBody>
      </p:sp>
      <p:sp>
        <p:nvSpPr>
          <p:cNvPr id="134" name="テキスト ボックス 133">
            <a:extLst>
              <a:ext uri="{FF2B5EF4-FFF2-40B4-BE49-F238E27FC236}">
                <a16:creationId xmlns:a16="http://schemas.microsoft.com/office/drawing/2014/main" id="{66CA0566-DF6C-50D5-9C27-AF83709883E0}"/>
              </a:ext>
            </a:extLst>
          </p:cNvPr>
          <p:cNvSpPr txBox="1"/>
          <p:nvPr/>
        </p:nvSpPr>
        <p:spPr>
          <a:xfrm>
            <a:off x="2540877" y="2178559"/>
            <a:ext cx="126188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600" dirty="0"/>
              <a:t>インストール時に自動的に記録</a:t>
            </a:r>
          </a:p>
        </p:txBody>
      </p:sp>
      <p:sp>
        <p:nvSpPr>
          <p:cNvPr id="135" name="テキスト ボックス 134">
            <a:extLst>
              <a:ext uri="{FF2B5EF4-FFF2-40B4-BE49-F238E27FC236}">
                <a16:creationId xmlns:a16="http://schemas.microsoft.com/office/drawing/2014/main" id="{4C62A761-83A3-ABDA-5A2C-31FC7C19495A}"/>
              </a:ext>
            </a:extLst>
          </p:cNvPr>
          <p:cNvSpPr txBox="1"/>
          <p:nvPr/>
        </p:nvSpPr>
        <p:spPr>
          <a:xfrm>
            <a:off x="2540877" y="2008832"/>
            <a:ext cx="216116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600" dirty="0" err="1"/>
              <a:t>Js</a:t>
            </a:r>
            <a:r>
              <a:rPr lang="ja-JP" altLang="en-US" sz="600" dirty="0"/>
              <a:t>を一つにまとめるルールを記載</a:t>
            </a:r>
            <a:r>
              <a:rPr lang="en-US" altLang="ja-JP" sz="600" dirty="0"/>
              <a:t>(</a:t>
            </a:r>
            <a:r>
              <a:rPr lang="ja-JP" altLang="en-US" sz="600" dirty="0"/>
              <a:t>多くの場合編集不要</a:t>
            </a:r>
            <a:r>
              <a:rPr lang="en-US" altLang="ja-JP" sz="600" dirty="0"/>
              <a:t>)</a:t>
            </a:r>
            <a:endParaRPr kumimoji="1" lang="ja-JP" altLang="en-US" sz="600" dirty="0"/>
          </a:p>
        </p:txBody>
      </p:sp>
      <p:sp>
        <p:nvSpPr>
          <p:cNvPr id="136" name="テキスト ボックス 135">
            <a:extLst>
              <a:ext uri="{FF2B5EF4-FFF2-40B4-BE49-F238E27FC236}">
                <a16:creationId xmlns:a16="http://schemas.microsoft.com/office/drawing/2014/main" id="{C8392BED-11C6-1915-AF78-CE98C48686C2}"/>
              </a:ext>
            </a:extLst>
          </p:cNvPr>
          <p:cNvSpPr txBox="1"/>
          <p:nvPr/>
        </p:nvSpPr>
        <p:spPr>
          <a:xfrm>
            <a:off x="2540877" y="2348286"/>
            <a:ext cx="145264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600" dirty="0"/>
              <a:t>公開情報を記載</a:t>
            </a:r>
            <a:r>
              <a:rPr kumimoji="1" lang="en-US" altLang="ja-JP" sz="600" dirty="0"/>
              <a:t>/</a:t>
            </a:r>
            <a:r>
              <a:rPr lang="ja-JP" altLang="en-US" sz="600" dirty="0"/>
              <a:t>デフォルト起動情報</a:t>
            </a:r>
            <a:endParaRPr kumimoji="1" lang="ja-JP" altLang="en-US" sz="600" dirty="0"/>
          </a:p>
        </p:txBody>
      </p:sp>
      <p:sp>
        <p:nvSpPr>
          <p:cNvPr id="137" name="テキスト ボックス 136">
            <a:extLst>
              <a:ext uri="{FF2B5EF4-FFF2-40B4-BE49-F238E27FC236}">
                <a16:creationId xmlns:a16="http://schemas.microsoft.com/office/drawing/2014/main" id="{AA582F88-169E-AAF9-E2CA-E321FD767A45}"/>
              </a:ext>
            </a:extLst>
          </p:cNvPr>
          <p:cNvSpPr txBox="1"/>
          <p:nvPr/>
        </p:nvSpPr>
        <p:spPr>
          <a:xfrm>
            <a:off x="2540877" y="2518017"/>
            <a:ext cx="87716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600" dirty="0"/>
              <a:t>多くの場合編集不要</a:t>
            </a:r>
          </a:p>
        </p:txBody>
      </p:sp>
      <p:sp>
        <p:nvSpPr>
          <p:cNvPr id="138" name="テキスト ボックス 137">
            <a:extLst>
              <a:ext uri="{FF2B5EF4-FFF2-40B4-BE49-F238E27FC236}">
                <a16:creationId xmlns:a16="http://schemas.microsoft.com/office/drawing/2014/main" id="{4C9B6D80-7EB6-143B-81B1-FF5D04A2341D}"/>
              </a:ext>
            </a:extLst>
          </p:cNvPr>
          <p:cNvSpPr txBox="1"/>
          <p:nvPr/>
        </p:nvSpPr>
        <p:spPr>
          <a:xfrm>
            <a:off x="2540877" y="1669378"/>
            <a:ext cx="153760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600" dirty="0" err="1"/>
              <a:t>js</a:t>
            </a:r>
            <a:r>
              <a:rPr lang="ja-JP" altLang="en-US" sz="600" dirty="0"/>
              <a:t>への変換ルール</a:t>
            </a:r>
            <a:r>
              <a:rPr lang="en-US" altLang="ja-JP" sz="600" dirty="0"/>
              <a:t>(</a:t>
            </a:r>
            <a:r>
              <a:rPr lang="ja-JP" altLang="en-US" sz="600" dirty="0"/>
              <a:t>多くの場合編集不要</a:t>
            </a:r>
            <a:r>
              <a:rPr lang="en-US" altLang="ja-JP" sz="600" dirty="0"/>
              <a:t>)</a:t>
            </a:r>
            <a:endParaRPr kumimoji="1" lang="ja-JP" altLang="en-US" sz="6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210EB36-D9DD-CAE2-309B-00BC71C2FD76}"/>
              </a:ext>
            </a:extLst>
          </p:cNvPr>
          <p:cNvSpPr txBox="1"/>
          <p:nvPr/>
        </p:nvSpPr>
        <p:spPr>
          <a:xfrm>
            <a:off x="2540877" y="1160197"/>
            <a:ext cx="173316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600" dirty="0" err="1"/>
              <a:t>npm</a:t>
            </a:r>
            <a:r>
              <a:rPr kumimoji="1" lang="ja-JP" altLang="en-US" sz="600" dirty="0"/>
              <a:t> </a:t>
            </a:r>
            <a:r>
              <a:rPr kumimoji="1" lang="en-US" altLang="ja-JP" sz="600" dirty="0"/>
              <a:t>install</a:t>
            </a:r>
            <a:r>
              <a:rPr kumimoji="1" lang="ja-JP" altLang="en-US" sz="600" dirty="0"/>
              <a:t>で入れたライブラリの実態が入る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FD1D97C-C256-D773-D1A4-CAEC48C9421C}"/>
              </a:ext>
            </a:extLst>
          </p:cNvPr>
          <p:cNvSpPr txBox="1"/>
          <p:nvPr/>
        </p:nvSpPr>
        <p:spPr>
          <a:xfrm>
            <a:off x="2540877" y="1329924"/>
            <a:ext cx="22621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600" dirty="0"/>
              <a:t>ユーザ自身が開発したソースや画像・フォントなどが入る</a:t>
            </a:r>
            <a:endParaRPr kumimoji="1" lang="ja-JP" altLang="en-US" sz="6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FF596DE-B766-D14D-DC32-E16533AC7326}"/>
              </a:ext>
            </a:extLst>
          </p:cNvPr>
          <p:cNvSpPr txBox="1"/>
          <p:nvPr/>
        </p:nvSpPr>
        <p:spPr>
          <a:xfrm>
            <a:off x="2540877" y="1499651"/>
            <a:ext cx="134524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600" dirty="0"/>
              <a:t>App Store</a:t>
            </a:r>
            <a:r>
              <a:rPr lang="ja-JP" altLang="en-US" sz="600" dirty="0"/>
              <a:t>や</a:t>
            </a:r>
            <a:r>
              <a:rPr lang="en-US" altLang="ja-JP" sz="600" dirty="0"/>
              <a:t>Google Play</a:t>
            </a:r>
            <a:r>
              <a:rPr lang="ja-JP" altLang="en-US" sz="600" dirty="0"/>
              <a:t>用の情報</a:t>
            </a:r>
            <a:endParaRPr kumimoji="1" lang="ja-JP" altLang="en-US" sz="6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4A1E6F5-BE44-67CD-FDDB-8E40A61A63A8}"/>
              </a:ext>
            </a:extLst>
          </p:cNvPr>
          <p:cNvSpPr txBox="1"/>
          <p:nvPr/>
        </p:nvSpPr>
        <p:spPr>
          <a:xfrm>
            <a:off x="2540877" y="990470"/>
            <a:ext cx="128112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600" dirty="0"/>
              <a:t>Expo</a:t>
            </a:r>
            <a:r>
              <a:rPr lang="ja-JP" altLang="en-US" sz="600" dirty="0"/>
              <a:t>が使うワークディレクトリ</a:t>
            </a:r>
            <a:endParaRPr kumimoji="1" lang="ja-JP" altLang="en-US" sz="600" dirty="0"/>
          </a:p>
        </p:txBody>
      </p:sp>
    </p:spTree>
    <p:extLst>
      <p:ext uri="{BB962C8B-B14F-4D97-AF65-F5344CB8AC3E}">
        <p14:creationId xmlns:p14="http://schemas.microsoft.com/office/powerpoint/2010/main" val="166899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835</TotalTime>
  <Words>872</Words>
  <Application>Microsoft Office PowerPoint</Application>
  <PresentationFormat>ワイド画面</PresentationFormat>
  <Paragraphs>143</Paragraphs>
  <Slides>3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泰裕 中野</dc:creator>
  <cp:lastModifiedBy>泰裕 中野</cp:lastModifiedBy>
  <cp:revision>1</cp:revision>
  <dcterms:created xsi:type="dcterms:W3CDTF">2026-02-10T05:44:30Z</dcterms:created>
  <dcterms:modified xsi:type="dcterms:W3CDTF">2026-02-13T05:59:48Z</dcterms:modified>
</cp:coreProperties>
</file>